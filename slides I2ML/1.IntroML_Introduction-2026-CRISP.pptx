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entation.xml" ContentType="application/vnd.openxmlformats-officedocument.presentationml.presentation.main+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29"/>
  </p:notesMasterIdLst>
  <p:handoutMasterIdLst>
    <p:handoutMasterId r:id="rId30"/>
  </p:handoutMasterIdLst>
  <p:sldIdLst>
    <p:sldId id="1169" r:id="rId2"/>
    <p:sldId id="1185" r:id="rId3"/>
    <p:sldId id="1186" r:id="rId4"/>
    <p:sldId id="1187" r:id="rId5"/>
    <p:sldId id="574" r:id="rId6"/>
    <p:sldId id="1189" r:id="rId7"/>
    <p:sldId id="1207" r:id="rId8"/>
    <p:sldId id="1190" r:id="rId9"/>
    <p:sldId id="1191" r:id="rId10"/>
    <p:sldId id="1177" r:id="rId11"/>
    <p:sldId id="1178" r:id="rId12"/>
    <p:sldId id="1179" r:id="rId13"/>
    <p:sldId id="1192" r:id="rId14"/>
    <p:sldId id="1193" r:id="rId15"/>
    <p:sldId id="1194" r:id="rId16"/>
    <p:sldId id="1195" r:id="rId17"/>
    <p:sldId id="1196" r:id="rId18"/>
    <p:sldId id="1197" r:id="rId19"/>
    <p:sldId id="1198" r:id="rId20"/>
    <p:sldId id="1199" r:id="rId21"/>
    <p:sldId id="1200" r:id="rId22"/>
    <p:sldId id="1201" r:id="rId23"/>
    <p:sldId id="1202" r:id="rId24"/>
    <p:sldId id="1203" r:id="rId25"/>
    <p:sldId id="1204" r:id="rId26"/>
    <p:sldId id="1205" r:id="rId27"/>
    <p:sldId id="1175" r:id="rId28"/>
  </p:sldIdLst>
  <p:sldSz cx="9144000" cy="6858000" type="screen4x3"/>
  <p:notesSz cx="6934200" cy="9220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736">
          <p15:clr>
            <a:srgbClr val="A4A3A4"/>
          </p15:clr>
        </p15:guide>
      </p15:sldGuideLst>
    </p:ext>
    <p:ext uri="{2D200454-40CA-4A62-9FC3-DE9A4176ACB9}">
      <p15:notesGuideLst xmlns:p15="http://schemas.microsoft.com/office/powerpoint/2012/main">
        <p15:guide id="1" orient="horz" pos="2905">
          <p15:clr>
            <a:srgbClr val="A4A3A4"/>
          </p15:clr>
        </p15:guide>
        <p15:guide id="2" pos="218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319"/>
    <p:restoredTop sz="94681"/>
  </p:normalViewPr>
  <p:slideViewPr>
    <p:cSldViewPr>
      <p:cViewPr varScale="1">
        <p:scale>
          <a:sx n="149" d="100"/>
          <a:sy n="149" d="100"/>
        </p:scale>
        <p:origin x="2208" y="168"/>
      </p:cViewPr>
      <p:guideLst>
        <p:guide orient="horz" pos="2160"/>
        <p:guide pos="27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83" d="100"/>
          <a:sy n="83" d="100"/>
        </p:scale>
        <p:origin x="-840" y="-66"/>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AEFBFD6-9CA5-98FC-8706-3BB3D5B7CE3A}"/>
              </a:ext>
            </a:extLst>
          </p:cNvPr>
          <p:cNvSpPr>
            <a:spLocks noGrp="1" noChangeArrowheads="1"/>
          </p:cNvSpPr>
          <p:nvPr>
            <p:ph type="body" sz="quarter" idx="3"/>
          </p:nvPr>
        </p:nvSpPr>
        <p:spPr bwMode="auto">
          <a:xfrm>
            <a:off x="922338" y="4379913"/>
            <a:ext cx="5087937" cy="4144962"/>
          </a:xfrm>
          <a:prstGeom prst="rect">
            <a:avLst/>
          </a:prstGeom>
          <a:noFill/>
          <a:ln>
            <a:noFill/>
          </a:ln>
        </p:spPr>
        <p:txBody>
          <a:bodyPr vert="horz" wrap="square" lIns="95901" tIns="47952" rIns="95901" bIns="47952"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87" name="Rectangle 3">
            <a:extLst>
              <a:ext uri="{FF2B5EF4-FFF2-40B4-BE49-F238E27FC236}">
                <a16:creationId xmlns:a16="http://schemas.microsoft.com/office/drawing/2014/main" id="{9B7CEC23-C086-632A-7574-856FE6E5CDA4}"/>
              </a:ext>
            </a:extLst>
          </p:cNvPr>
          <p:cNvSpPr>
            <a:spLocks noGrp="1" noRot="1" noChangeAspect="1" noChangeArrowheads="1" noTextEdit="1"/>
          </p:cNvSpPr>
          <p:nvPr>
            <p:ph type="sldImg" idx="2"/>
          </p:nvPr>
        </p:nvSpPr>
        <p:spPr bwMode="auto">
          <a:xfrm>
            <a:off x="1174750" y="700088"/>
            <a:ext cx="4591050" cy="34432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defTabSz="963613"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69900" algn="l" defTabSz="963613"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1263746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2287734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3325125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3731191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2039975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1459945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6">
            <a:extLst>
              <a:ext uri="{FF2B5EF4-FFF2-40B4-BE49-F238E27FC236}">
                <a16:creationId xmlns:a16="http://schemas.microsoft.com/office/drawing/2014/main" id="{2C868828-9567-53FD-4291-2165B67CB9A2}"/>
              </a:ext>
            </a:extLst>
          </p:cNvPr>
          <p:cNvSpPr>
            <a:spLocks noGrp="1"/>
          </p:cNvSpPr>
          <p:nvPr>
            <p:ph type="dt" sz="half" idx="10"/>
          </p:nvPr>
        </p:nvSpPr>
        <p:spPr/>
        <p:txBody>
          <a:bodyPr/>
          <a:lstStyle>
            <a:lvl1pPr>
              <a:defRPr/>
            </a:lvl1pPr>
          </a:lstStyle>
          <a:p>
            <a:pPr>
              <a:defRPr/>
            </a:pPr>
            <a:endParaRPr lang="en-US" dirty="0"/>
          </a:p>
        </p:txBody>
      </p:sp>
      <p:sp>
        <p:nvSpPr>
          <p:cNvPr id="5" name="Footer Placeholder 7">
            <a:extLst>
              <a:ext uri="{FF2B5EF4-FFF2-40B4-BE49-F238E27FC236}">
                <a16:creationId xmlns:a16="http://schemas.microsoft.com/office/drawing/2014/main" id="{F1298ABB-7366-EAFA-B78B-39886F5CA6B3}"/>
              </a:ext>
            </a:extLst>
          </p:cNvPr>
          <p:cNvSpPr>
            <a:spLocks noGrp="1"/>
          </p:cNvSpPr>
          <p:nvPr>
            <p:ph type="ftr" sz="quarter" idx="11"/>
          </p:nvPr>
        </p:nvSpPr>
        <p:spPr/>
        <p:txBody>
          <a:bodyPr/>
          <a:lstStyle>
            <a:lvl1pPr>
              <a:defRPr/>
            </a:lvl1pPr>
          </a:lstStyle>
          <a:p>
            <a:pPr>
              <a:defRPr/>
            </a:pPr>
            <a:r>
              <a:rPr lang="en-US"/>
              <a:t>Introduction to Machine Learning </a:t>
            </a:r>
            <a:endParaRPr lang="en-US" dirty="0"/>
          </a:p>
        </p:txBody>
      </p:sp>
      <p:sp>
        <p:nvSpPr>
          <p:cNvPr id="6" name="Slide Number Placeholder 8">
            <a:extLst>
              <a:ext uri="{FF2B5EF4-FFF2-40B4-BE49-F238E27FC236}">
                <a16:creationId xmlns:a16="http://schemas.microsoft.com/office/drawing/2014/main" id="{829BEC45-8725-21F0-1314-1E7B8461F56C}"/>
              </a:ext>
            </a:extLst>
          </p:cNvPr>
          <p:cNvSpPr>
            <a:spLocks noGrp="1"/>
          </p:cNvSpPr>
          <p:nvPr>
            <p:ph type="sldNum" sz="quarter" idx="12"/>
          </p:nvPr>
        </p:nvSpPr>
        <p:spPr/>
        <p:txBody>
          <a:bodyPr/>
          <a:lstStyle>
            <a:lvl1pPr>
              <a:defRPr/>
            </a:lvl1pPr>
          </a:lstStyle>
          <a:p>
            <a:pPr>
              <a:defRPr/>
            </a:pPr>
            <a:fld id="{40851A43-8DED-E34C-97D0-340AF9B50ACE}" type="slidenum">
              <a:rPr lang="en-US" altLang="it-IT"/>
              <a:pPr>
                <a:defRPr/>
              </a:pPr>
              <a:t>‹N›</a:t>
            </a:fld>
            <a:endParaRPr lang="en-US" altLang="it-IT"/>
          </a:p>
        </p:txBody>
      </p:sp>
    </p:spTree>
    <p:extLst>
      <p:ext uri="{BB962C8B-B14F-4D97-AF65-F5344CB8AC3E}">
        <p14:creationId xmlns:p14="http://schemas.microsoft.com/office/powerpoint/2010/main" val="2851938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a:extLst>
              <a:ext uri="{FF2B5EF4-FFF2-40B4-BE49-F238E27FC236}">
                <a16:creationId xmlns:a16="http://schemas.microsoft.com/office/drawing/2014/main" id="{5DFBFA76-3E44-A7E4-B5C7-4C906689E5AC}"/>
              </a:ext>
            </a:extLst>
          </p:cNvPr>
          <p:cNvSpPr>
            <a:spLocks noGrp="1"/>
          </p:cNvSpPr>
          <p:nvPr>
            <p:ph type="dt" sz="half" idx="10"/>
          </p:nvPr>
        </p:nvSpPr>
        <p:spPr/>
        <p:txBody>
          <a:bodyPr/>
          <a:lstStyle>
            <a:lvl1pPr>
              <a:defRPr/>
            </a:lvl1pPr>
          </a:lstStyle>
          <a:p>
            <a:pPr>
              <a:defRPr/>
            </a:pPr>
            <a:endParaRPr lang="en-US" dirty="0"/>
          </a:p>
        </p:txBody>
      </p:sp>
      <p:sp>
        <p:nvSpPr>
          <p:cNvPr id="5" name="Footer Placeholder 7">
            <a:extLst>
              <a:ext uri="{FF2B5EF4-FFF2-40B4-BE49-F238E27FC236}">
                <a16:creationId xmlns:a16="http://schemas.microsoft.com/office/drawing/2014/main" id="{F88CAC6C-1395-B29E-8510-862CF138E707}"/>
              </a:ext>
            </a:extLst>
          </p:cNvPr>
          <p:cNvSpPr>
            <a:spLocks noGrp="1"/>
          </p:cNvSpPr>
          <p:nvPr>
            <p:ph type="ftr" sz="quarter" idx="11"/>
          </p:nvPr>
        </p:nvSpPr>
        <p:spPr/>
        <p:txBody>
          <a:bodyPr/>
          <a:lstStyle>
            <a:lvl1pPr>
              <a:defRPr/>
            </a:lvl1pPr>
          </a:lstStyle>
          <a:p>
            <a:pPr>
              <a:defRPr/>
            </a:pPr>
            <a:r>
              <a:rPr lang="en-US"/>
              <a:t>Introduction to Machine Learning </a:t>
            </a:r>
            <a:endParaRPr lang="en-US" dirty="0"/>
          </a:p>
        </p:txBody>
      </p:sp>
      <p:sp>
        <p:nvSpPr>
          <p:cNvPr id="6" name="Slide Number Placeholder 8">
            <a:extLst>
              <a:ext uri="{FF2B5EF4-FFF2-40B4-BE49-F238E27FC236}">
                <a16:creationId xmlns:a16="http://schemas.microsoft.com/office/drawing/2014/main" id="{6237C604-51AB-5479-EC47-C87F3880B2E4}"/>
              </a:ext>
            </a:extLst>
          </p:cNvPr>
          <p:cNvSpPr>
            <a:spLocks noGrp="1"/>
          </p:cNvSpPr>
          <p:nvPr>
            <p:ph type="sldNum" sz="quarter" idx="12"/>
          </p:nvPr>
        </p:nvSpPr>
        <p:spPr/>
        <p:txBody>
          <a:bodyPr/>
          <a:lstStyle>
            <a:lvl1pPr>
              <a:defRPr/>
            </a:lvl1pPr>
          </a:lstStyle>
          <a:p>
            <a:pPr>
              <a:defRPr/>
            </a:pPr>
            <a:fld id="{8D7E295D-E0EB-CE4E-83CD-1E1B911A9649}" type="slidenum">
              <a:rPr lang="en-US" altLang="it-IT"/>
              <a:pPr>
                <a:defRPr/>
              </a:pPr>
              <a:t>‹N›</a:t>
            </a:fld>
            <a:endParaRPr lang="en-US" altLang="it-IT"/>
          </a:p>
        </p:txBody>
      </p:sp>
    </p:spTree>
    <p:extLst>
      <p:ext uri="{BB962C8B-B14F-4D97-AF65-F5344CB8AC3E}">
        <p14:creationId xmlns:p14="http://schemas.microsoft.com/office/powerpoint/2010/main" val="2418397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6">
            <a:extLst>
              <a:ext uri="{FF2B5EF4-FFF2-40B4-BE49-F238E27FC236}">
                <a16:creationId xmlns:a16="http://schemas.microsoft.com/office/drawing/2014/main" id="{329D0911-54D2-6DFE-1F5C-BC3807F0BA64}"/>
              </a:ext>
            </a:extLst>
          </p:cNvPr>
          <p:cNvSpPr>
            <a:spLocks noGrp="1"/>
          </p:cNvSpPr>
          <p:nvPr>
            <p:ph type="dt" sz="half" idx="10"/>
          </p:nvPr>
        </p:nvSpPr>
        <p:spPr/>
        <p:txBody>
          <a:bodyPr/>
          <a:lstStyle>
            <a:lvl1pPr>
              <a:defRPr/>
            </a:lvl1pPr>
          </a:lstStyle>
          <a:p>
            <a:pPr>
              <a:defRPr/>
            </a:pPr>
            <a:endParaRPr lang="en-US" dirty="0"/>
          </a:p>
        </p:txBody>
      </p:sp>
      <p:sp>
        <p:nvSpPr>
          <p:cNvPr id="5" name="Footer Placeholder 7">
            <a:extLst>
              <a:ext uri="{FF2B5EF4-FFF2-40B4-BE49-F238E27FC236}">
                <a16:creationId xmlns:a16="http://schemas.microsoft.com/office/drawing/2014/main" id="{361A373A-7CD0-6689-358D-087CEC69401C}"/>
              </a:ext>
            </a:extLst>
          </p:cNvPr>
          <p:cNvSpPr>
            <a:spLocks noGrp="1"/>
          </p:cNvSpPr>
          <p:nvPr>
            <p:ph type="ftr" sz="quarter" idx="11"/>
          </p:nvPr>
        </p:nvSpPr>
        <p:spPr/>
        <p:txBody>
          <a:bodyPr/>
          <a:lstStyle>
            <a:lvl1pPr>
              <a:defRPr/>
            </a:lvl1pPr>
          </a:lstStyle>
          <a:p>
            <a:pPr>
              <a:defRPr/>
            </a:pPr>
            <a:r>
              <a:rPr lang="en-US"/>
              <a:t>Introduction to Machine Learning </a:t>
            </a:r>
            <a:endParaRPr lang="en-US" dirty="0"/>
          </a:p>
        </p:txBody>
      </p:sp>
      <p:sp>
        <p:nvSpPr>
          <p:cNvPr id="6" name="Slide Number Placeholder 8">
            <a:extLst>
              <a:ext uri="{FF2B5EF4-FFF2-40B4-BE49-F238E27FC236}">
                <a16:creationId xmlns:a16="http://schemas.microsoft.com/office/drawing/2014/main" id="{16D39440-B5DB-B9B5-5974-31E9EA16712D}"/>
              </a:ext>
            </a:extLst>
          </p:cNvPr>
          <p:cNvSpPr>
            <a:spLocks noGrp="1"/>
          </p:cNvSpPr>
          <p:nvPr>
            <p:ph type="sldNum" sz="quarter" idx="12"/>
          </p:nvPr>
        </p:nvSpPr>
        <p:spPr/>
        <p:txBody>
          <a:bodyPr/>
          <a:lstStyle>
            <a:lvl1pPr>
              <a:defRPr/>
            </a:lvl1pPr>
          </a:lstStyle>
          <a:p>
            <a:pPr>
              <a:defRPr/>
            </a:pPr>
            <a:fld id="{AFC4889D-4145-B147-A403-AA64D06C2556}" type="slidenum">
              <a:rPr lang="en-US" altLang="it-IT"/>
              <a:pPr>
                <a:defRPr/>
              </a:pPr>
              <a:t>‹N›</a:t>
            </a:fld>
            <a:endParaRPr lang="en-US" altLang="it-IT"/>
          </a:p>
        </p:txBody>
      </p:sp>
    </p:spTree>
    <p:extLst>
      <p:ext uri="{BB962C8B-B14F-4D97-AF65-F5344CB8AC3E}">
        <p14:creationId xmlns:p14="http://schemas.microsoft.com/office/powerpoint/2010/main" val="2011641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6">
            <a:extLst>
              <a:ext uri="{FF2B5EF4-FFF2-40B4-BE49-F238E27FC236}">
                <a16:creationId xmlns:a16="http://schemas.microsoft.com/office/drawing/2014/main" id="{F59D0587-E6D1-0D4D-52A0-C5B0726EB75B}"/>
              </a:ext>
            </a:extLst>
          </p:cNvPr>
          <p:cNvSpPr>
            <a:spLocks noGrp="1"/>
          </p:cNvSpPr>
          <p:nvPr>
            <p:ph type="dt" sz="half" idx="10"/>
          </p:nvPr>
        </p:nvSpPr>
        <p:spPr/>
        <p:txBody>
          <a:bodyPr/>
          <a:lstStyle>
            <a:lvl1pPr>
              <a:defRPr/>
            </a:lvl1pPr>
          </a:lstStyle>
          <a:p>
            <a:pPr>
              <a:defRPr/>
            </a:pPr>
            <a:endParaRPr lang="en-US" dirty="0"/>
          </a:p>
        </p:txBody>
      </p:sp>
      <p:sp>
        <p:nvSpPr>
          <p:cNvPr id="6" name="Footer Placeholder 7">
            <a:extLst>
              <a:ext uri="{FF2B5EF4-FFF2-40B4-BE49-F238E27FC236}">
                <a16:creationId xmlns:a16="http://schemas.microsoft.com/office/drawing/2014/main" id="{8744079A-DEE7-13B6-B38F-04F7ED75333E}"/>
              </a:ext>
            </a:extLst>
          </p:cNvPr>
          <p:cNvSpPr>
            <a:spLocks noGrp="1"/>
          </p:cNvSpPr>
          <p:nvPr>
            <p:ph type="ftr" sz="quarter" idx="11"/>
          </p:nvPr>
        </p:nvSpPr>
        <p:spPr/>
        <p:txBody>
          <a:bodyPr/>
          <a:lstStyle>
            <a:lvl1pPr>
              <a:defRPr/>
            </a:lvl1pPr>
          </a:lstStyle>
          <a:p>
            <a:pPr>
              <a:defRPr/>
            </a:pPr>
            <a:r>
              <a:rPr lang="en-US"/>
              <a:t>Introduction to Machine Learning </a:t>
            </a:r>
            <a:endParaRPr lang="en-US" dirty="0"/>
          </a:p>
        </p:txBody>
      </p:sp>
      <p:sp>
        <p:nvSpPr>
          <p:cNvPr id="7" name="Slide Number Placeholder 8">
            <a:extLst>
              <a:ext uri="{FF2B5EF4-FFF2-40B4-BE49-F238E27FC236}">
                <a16:creationId xmlns:a16="http://schemas.microsoft.com/office/drawing/2014/main" id="{312F8150-AF73-4E97-A638-E4DC76167F06}"/>
              </a:ext>
            </a:extLst>
          </p:cNvPr>
          <p:cNvSpPr>
            <a:spLocks noGrp="1"/>
          </p:cNvSpPr>
          <p:nvPr>
            <p:ph type="sldNum" sz="quarter" idx="12"/>
          </p:nvPr>
        </p:nvSpPr>
        <p:spPr/>
        <p:txBody>
          <a:bodyPr/>
          <a:lstStyle>
            <a:lvl1pPr>
              <a:defRPr/>
            </a:lvl1pPr>
          </a:lstStyle>
          <a:p>
            <a:pPr>
              <a:defRPr/>
            </a:pPr>
            <a:fld id="{CA3BB118-7785-EE4A-8ECB-7D95EDF9C452}" type="slidenum">
              <a:rPr lang="en-US" altLang="it-IT"/>
              <a:pPr>
                <a:defRPr/>
              </a:pPr>
              <a:t>‹N›</a:t>
            </a:fld>
            <a:endParaRPr lang="en-US" altLang="it-IT"/>
          </a:p>
        </p:txBody>
      </p:sp>
    </p:spTree>
    <p:extLst>
      <p:ext uri="{BB962C8B-B14F-4D97-AF65-F5344CB8AC3E}">
        <p14:creationId xmlns:p14="http://schemas.microsoft.com/office/powerpoint/2010/main" val="4242205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BFD8DA-6561-981B-2230-88432991E4BD}"/>
              </a:ext>
            </a:extLst>
          </p:cNvPr>
          <p:cNvSpPr>
            <a:spLocks noGrp="1"/>
          </p:cNvSpPr>
          <p:nvPr>
            <p:ph type="dt" sz="half" idx="10"/>
          </p:nvPr>
        </p:nvSpPr>
        <p:spPr/>
        <p:txBody>
          <a:bodyPr/>
          <a:lstStyle>
            <a:lvl1pPr>
              <a:defRPr/>
            </a:lvl1pPr>
          </a:lstStyle>
          <a:p>
            <a:pPr>
              <a:defRPr/>
            </a:pPr>
            <a:endParaRPr lang="en-US" dirty="0"/>
          </a:p>
        </p:txBody>
      </p:sp>
      <p:sp>
        <p:nvSpPr>
          <p:cNvPr id="8" name="Footer Placeholder 7">
            <a:extLst>
              <a:ext uri="{FF2B5EF4-FFF2-40B4-BE49-F238E27FC236}">
                <a16:creationId xmlns:a16="http://schemas.microsoft.com/office/drawing/2014/main" id="{75F6D803-3462-938D-4315-6E342E4B64B0}"/>
              </a:ext>
            </a:extLst>
          </p:cNvPr>
          <p:cNvSpPr>
            <a:spLocks noGrp="1"/>
          </p:cNvSpPr>
          <p:nvPr>
            <p:ph type="ftr" sz="quarter" idx="11"/>
          </p:nvPr>
        </p:nvSpPr>
        <p:spPr/>
        <p:txBody>
          <a:bodyPr/>
          <a:lstStyle>
            <a:lvl1pPr>
              <a:defRPr/>
            </a:lvl1pPr>
          </a:lstStyle>
          <a:p>
            <a:pPr>
              <a:defRPr/>
            </a:pPr>
            <a:r>
              <a:rPr lang="en-US"/>
              <a:t>Introduction to Machine Learning </a:t>
            </a:r>
            <a:endParaRPr lang="en-US" dirty="0"/>
          </a:p>
        </p:txBody>
      </p:sp>
      <p:sp>
        <p:nvSpPr>
          <p:cNvPr id="9" name="Slide Number Placeholder 8">
            <a:extLst>
              <a:ext uri="{FF2B5EF4-FFF2-40B4-BE49-F238E27FC236}">
                <a16:creationId xmlns:a16="http://schemas.microsoft.com/office/drawing/2014/main" id="{07139FD4-DDCF-0F84-DC5B-0F7AE57FDDE0}"/>
              </a:ext>
            </a:extLst>
          </p:cNvPr>
          <p:cNvSpPr>
            <a:spLocks noGrp="1"/>
          </p:cNvSpPr>
          <p:nvPr>
            <p:ph type="sldNum" sz="quarter" idx="12"/>
          </p:nvPr>
        </p:nvSpPr>
        <p:spPr/>
        <p:txBody>
          <a:bodyPr/>
          <a:lstStyle>
            <a:lvl1pPr>
              <a:defRPr/>
            </a:lvl1pPr>
          </a:lstStyle>
          <a:p>
            <a:pPr>
              <a:defRPr/>
            </a:pPr>
            <a:fld id="{4CC48D23-67E5-BB4E-945B-3C9DD4C0389E}" type="slidenum">
              <a:rPr lang="en-US" altLang="it-IT"/>
              <a:pPr>
                <a:defRPr/>
              </a:pPr>
              <a:t>‹N›</a:t>
            </a:fld>
            <a:endParaRPr lang="en-US" altLang="it-IT"/>
          </a:p>
        </p:txBody>
      </p:sp>
    </p:spTree>
    <p:extLst>
      <p:ext uri="{BB962C8B-B14F-4D97-AF65-F5344CB8AC3E}">
        <p14:creationId xmlns:p14="http://schemas.microsoft.com/office/powerpoint/2010/main" val="1242170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6">
            <a:extLst>
              <a:ext uri="{FF2B5EF4-FFF2-40B4-BE49-F238E27FC236}">
                <a16:creationId xmlns:a16="http://schemas.microsoft.com/office/drawing/2014/main" id="{F3379C26-42B8-BBD5-F78F-11190F499964}"/>
              </a:ext>
            </a:extLst>
          </p:cNvPr>
          <p:cNvSpPr>
            <a:spLocks noGrp="1"/>
          </p:cNvSpPr>
          <p:nvPr>
            <p:ph type="dt" sz="half" idx="10"/>
          </p:nvPr>
        </p:nvSpPr>
        <p:spPr/>
        <p:txBody>
          <a:bodyPr/>
          <a:lstStyle>
            <a:lvl1pPr>
              <a:defRPr/>
            </a:lvl1pPr>
          </a:lstStyle>
          <a:p>
            <a:pPr>
              <a:defRPr/>
            </a:pPr>
            <a:endParaRPr lang="en-US" dirty="0"/>
          </a:p>
        </p:txBody>
      </p:sp>
      <p:sp>
        <p:nvSpPr>
          <p:cNvPr id="4" name="Footer Placeholder 7">
            <a:extLst>
              <a:ext uri="{FF2B5EF4-FFF2-40B4-BE49-F238E27FC236}">
                <a16:creationId xmlns:a16="http://schemas.microsoft.com/office/drawing/2014/main" id="{B63EAE17-1AD3-1A9D-6701-95E7CF9D83FC}"/>
              </a:ext>
            </a:extLst>
          </p:cNvPr>
          <p:cNvSpPr>
            <a:spLocks noGrp="1"/>
          </p:cNvSpPr>
          <p:nvPr>
            <p:ph type="ftr" sz="quarter" idx="11"/>
          </p:nvPr>
        </p:nvSpPr>
        <p:spPr/>
        <p:txBody>
          <a:bodyPr/>
          <a:lstStyle>
            <a:lvl1pPr>
              <a:defRPr/>
            </a:lvl1pPr>
          </a:lstStyle>
          <a:p>
            <a:pPr>
              <a:defRPr/>
            </a:pPr>
            <a:r>
              <a:rPr lang="en-US"/>
              <a:t>Introduction to Machine Learning </a:t>
            </a:r>
            <a:endParaRPr lang="en-US" dirty="0"/>
          </a:p>
        </p:txBody>
      </p:sp>
      <p:sp>
        <p:nvSpPr>
          <p:cNvPr id="5" name="Slide Number Placeholder 8">
            <a:extLst>
              <a:ext uri="{FF2B5EF4-FFF2-40B4-BE49-F238E27FC236}">
                <a16:creationId xmlns:a16="http://schemas.microsoft.com/office/drawing/2014/main" id="{3C77C161-1F9A-FA56-699F-8EB3C0AE6141}"/>
              </a:ext>
            </a:extLst>
          </p:cNvPr>
          <p:cNvSpPr>
            <a:spLocks noGrp="1"/>
          </p:cNvSpPr>
          <p:nvPr>
            <p:ph type="sldNum" sz="quarter" idx="12"/>
          </p:nvPr>
        </p:nvSpPr>
        <p:spPr/>
        <p:txBody>
          <a:bodyPr/>
          <a:lstStyle>
            <a:lvl1pPr>
              <a:defRPr/>
            </a:lvl1pPr>
          </a:lstStyle>
          <a:p>
            <a:pPr>
              <a:defRPr/>
            </a:pPr>
            <a:fld id="{076B73E9-DFD9-A144-B8B5-0E1FAC089105}" type="slidenum">
              <a:rPr lang="en-US" altLang="it-IT"/>
              <a:pPr>
                <a:defRPr/>
              </a:pPr>
              <a:t>‹N›</a:t>
            </a:fld>
            <a:endParaRPr lang="en-US" altLang="it-IT"/>
          </a:p>
        </p:txBody>
      </p:sp>
    </p:spTree>
    <p:extLst>
      <p:ext uri="{BB962C8B-B14F-4D97-AF65-F5344CB8AC3E}">
        <p14:creationId xmlns:p14="http://schemas.microsoft.com/office/powerpoint/2010/main" val="2807191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6">
            <a:extLst>
              <a:ext uri="{FF2B5EF4-FFF2-40B4-BE49-F238E27FC236}">
                <a16:creationId xmlns:a16="http://schemas.microsoft.com/office/drawing/2014/main" id="{75341F8B-4BC8-0EB7-8535-A483BE86D7CA}"/>
              </a:ext>
            </a:extLst>
          </p:cNvPr>
          <p:cNvSpPr>
            <a:spLocks noGrp="1"/>
          </p:cNvSpPr>
          <p:nvPr>
            <p:ph type="dt" sz="half" idx="10"/>
          </p:nvPr>
        </p:nvSpPr>
        <p:spPr/>
        <p:txBody>
          <a:bodyPr/>
          <a:lstStyle>
            <a:lvl1pPr>
              <a:defRPr/>
            </a:lvl1pPr>
          </a:lstStyle>
          <a:p>
            <a:pPr>
              <a:defRPr/>
            </a:pPr>
            <a:endParaRPr lang="en-US" dirty="0"/>
          </a:p>
        </p:txBody>
      </p:sp>
      <p:sp>
        <p:nvSpPr>
          <p:cNvPr id="3" name="Footer Placeholder 7">
            <a:extLst>
              <a:ext uri="{FF2B5EF4-FFF2-40B4-BE49-F238E27FC236}">
                <a16:creationId xmlns:a16="http://schemas.microsoft.com/office/drawing/2014/main" id="{81783C19-CC67-79C0-3F80-75382B232D89}"/>
              </a:ext>
            </a:extLst>
          </p:cNvPr>
          <p:cNvSpPr>
            <a:spLocks noGrp="1"/>
          </p:cNvSpPr>
          <p:nvPr>
            <p:ph type="ftr" sz="quarter" idx="11"/>
          </p:nvPr>
        </p:nvSpPr>
        <p:spPr/>
        <p:txBody>
          <a:bodyPr/>
          <a:lstStyle>
            <a:lvl1pPr>
              <a:defRPr/>
            </a:lvl1pPr>
          </a:lstStyle>
          <a:p>
            <a:pPr>
              <a:defRPr/>
            </a:pPr>
            <a:r>
              <a:rPr lang="en-US"/>
              <a:t>Introduction to Machine Learning </a:t>
            </a:r>
            <a:endParaRPr lang="en-US" dirty="0"/>
          </a:p>
        </p:txBody>
      </p:sp>
      <p:sp>
        <p:nvSpPr>
          <p:cNvPr id="4" name="Slide Number Placeholder 8">
            <a:extLst>
              <a:ext uri="{FF2B5EF4-FFF2-40B4-BE49-F238E27FC236}">
                <a16:creationId xmlns:a16="http://schemas.microsoft.com/office/drawing/2014/main" id="{339ABF82-1032-75D7-20CC-D90EB8C6BDDF}"/>
              </a:ext>
            </a:extLst>
          </p:cNvPr>
          <p:cNvSpPr>
            <a:spLocks noGrp="1"/>
          </p:cNvSpPr>
          <p:nvPr>
            <p:ph type="sldNum" sz="quarter" idx="12"/>
          </p:nvPr>
        </p:nvSpPr>
        <p:spPr/>
        <p:txBody>
          <a:bodyPr/>
          <a:lstStyle>
            <a:lvl1pPr>
              <a:defRPr/>
            </a:lvl1pPr>
          </a:lstStyle>
          <a:p>
            <a:pPr>
              <a:defRPr/>
            </a:pPr>
            <a:fld id="{7E17B5D4-71E4-4B44-A6A7-A7E96082C39C}" type="slidenum">
              <a:rPr lang="en-US" altLang="it-IT"/>
              <a:pPr>
                <a:defRPr/>
              </a:pPr>
              <a:t>‹N›</a:t>
            </a:fld>
            <a:endParaRPr lang="en-US" altLang="it-IT"/>
          </a:p>
        </p:txBody>
      </p:sp>
    </p:spTree>
    <p:extLst>
      <p:ext uri="{BB962C8B-B14F-4D97-AF65-F5344CB8AC3E}">
        <p14:creationId xmlns:p14="http://schemas.microsoft.com/office/powerpoint/2010/main" val="2030611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6">
            <a:extLst>
              <a:ext uri="{FF2B5EF4-FFF2-40B4-BE49-F238E27FC236}">
                <a16:creationId xmlns:a16="http://schemas.microsoft.com/office/drawing/2014/main" id="{0B302E15-F0A2-BDC9-2E12-251AE7BD5456}"/>
              </a:ext>
            </a:extLst>
          </p:cNvPr>
          <p:cNvSpPr>
            <a:spLocks noGrp="1"/>
          </p:cNvSpPr>
          <p:nvPr>
            <p:ph type="dt" sz="half" idx="10"/>
          </p:nvPr>
        </p:nvSpPr>
        <p:spPr/>
        <p:txBody>
          <a:bodyPr/>
          <a:lstStyle>
            <a:lvl1pPr>
              <a:defRPr/>
            </a:lvl1pPr>
          </a:lstStyle>
          <a:p>
            <a:pPr>
              <a:defRPr/>
            </a:pPr>
            <a:endParaRPr lang="en-US" dirty="0"/>
          </a:p>
        </p:txBody>
      </p:sp>
      <p:sp>
        <p:nvSpPr>
          <p:cNvPr id="6" name="Footer Placeholder 7">
            <a:extLst>
              <a:ext uri="{FF2B5EF4-FFF2-40B4-BE49-F238E27FC236}">
                <a16:creationId xmlns:a16="http://schemas.microsoft.com/office/drawing/2014/main" id="{C9F26494-8052-ECE5-0C6D-027C121662B3}"/>
              </a:ext>
            </a:extLst>
          </p:cNvPr>
          <p:cNvSpPr>
            <a:spLocks noGrp="1"/>
          </p:cNvSpPr>
          <p:nvPr>
            <p:ph type="ftr" sz="quarter" idx="11"/>
          </p:nvPr>
        </p:nvSpPr>
        <p:spPr/>
        <p:txBody>
          <a:bodyPr/>
          <a:lstStyle>
            <a:lvl1pPr>
              <a:defRPr/>
            </a:lvl1pPr>
          </a:lstStyle>
          <a:p>
            <a:pPr>
              <a:defRPr/>
            </a:pPr>
            <a:r>
              <a:rPr lang="en-US"/>
              <a:t>Introduction to Machine Learning </a:t>
            </a:r>
            <a:endParaRPr lang="en-US" dirty="0"/>
          </a:p>
        </p:txBody>
      </p:sp>
      <p:sp>
        <p:nvSpPr>
          <p:cNvPr id="7" name="Slide Number Placeholder 8">
            <a:extLst>
              <a:ext uri="{FF2B5EF4-FFF2-40B4-BE49-F238E27FC236}">
                <a16:creationId xmlns:a16="http://schemas.microsoft.com/office/drawing/2014/main" id="{FA180B9C-2A4C-56CF-FE50-7C15FE203339}"/>
              </a:ext>
            </a:extLst>
          </p:cNvPr>
          <p:cNvSpPr>
            <a:spLocks noGrp="1"/>
          </p:cNvSpPr>
          <p:nvPr>
            <p:ph type="sldNum" sz="quarter" idx="12"/>
          </p:nvPr>
        </p:nvSpPr>
        <p:spPr/>
        <p:txBody>
          <a:bodyPr/>
          <a:lstStyle>
            <a:lvl1pPr>
              <a:defRPr/>
            </a:lvl1pPr>
          </a:lstStyle>
          <a:p>
            <a:pPr>
              <a:defRPr/>
            </a:pPr>
            <a:fld id="{0FD70508-AFD7-2346-A98A-799BC5DC07B1}" type="slidenum">
              <a:rPr lang="en-US" altLang="it-IT"/>
              <a:pPr>
                <a:defRPr/>
              </a:pPr>
              <a:t>‹N›</a:t>
            </a:fld>
            <a:endParaRPr lang="en-US" altLang="it-IT"/>
          </a:p>
        </p:txBody>
      </p:sp>
    </p:spTree>
    <p:extLst>
      <p:ext uri="{BB962C8B-B14F-4D97-AF65-F5344CB8AC3E}">
        <p14:creationId xmlns:p14="http://schemas.microsoft.com/office/powerpoint/2010/main" val="3952863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6">
            <a:extLst>
              <a:ext uri="{FF2B5EF4-FFF2-40B4-BE49-F238E27FC236}">
                <a16:creationId xmlns:a16="http://schemas.microsoft.com/office/drawing/2014/main" id="{DCFB90EF-A16E-A613-6408-BDA7AAE74B6A}"/>
              </a:ext>
            </a:extLst>
          </p:cNvPr>
          <p:cNvSpPr>
            <a:spLocks noGrp="1"/>
          </p:cNvSpPr>
          <p:nvPr>
            <p:ph type="dt" sz="half" idx="10"/>
          </p:nvPr>
        </p:nvSpPr>
        <p:spPr/>
        <p:txBody>
          <a:bodyPr/>
          <a:lstStyle>
            <a:lvl1pPr>
              <a:defRPr/>
            </a:lvl1pPr>
          </a:lstStyle>
          <a:p>
            <a:pPr>
              <a:defRPr/>
            </a:pPr>
            <a:endParaRPr lang="en-US" dirty="0"/>
          </a:p>
        </p:txBody>
      </p:sp>
      <p:sp>
        <p:nvSpPr>
          <p:cNvPr id="6" name="Footer Placeholder 7">
            <a:extLst>
              <a:ext uri="{FF2B5EF4-FFF2-40B4-BE49-F238E27FC236}">
                <a16:creationId xmlns:a16="http://schemas.microsoft.com/office/drawing/2014/main" id="{3975F1EE-6E80-82C8-35E6-E3283E138B9D}"/>
              </a:ext>
            </a:extLst>
          </p:cNvPr>
          <p:cNvSpPr>
            <a:spLocks noGrp="1"/>
          </p:cNvSpPr>
          <p:nvPr>
            <p:ph type="ftr" sz="quarter" idx="11"/>
          </p:nvPr>
        </p:nvSpPr>
        <p:spPr/>
        <p:txBody>
          <a:bodyPr/>
          <a:lstStyle>
            <a:lvl1pPr>
              <a:defRPr/>
            </a:lvl1pPr>
          </a:lstStyle>
          <a:p>
            <a:pPr>
              <a:defRPr/>
            </a:pPr>
            <a:r>
              <a:rPr lang="en-US"/>
              <a:t>Introduction to Machine Learning </a:t>
            </a:r>
            <a:endParaRPr lang="en-US" dirty="0"/>
          </a:p>
        </p:txBody>
      </p:sp>
      <p:sp>
        <p:nvSpPr>
          <p:cNvPr id="7" name="Slide Number Placeholder 8">
            <a:extLst>
              <a:ext uri="{FF2B5EF4-FFF2-40B4-BE49-F238E27FC236}">
                <a16:creationId xmlns:a16="http://schemas.microsoft.com/office/drawing/2014/main" id="{F72E3590-B81D-DBBC-A29F-0DCD3D036A5D}"/>
              </a:ext>
            </a:extLst>
          </p:cNvPr>
          <p:cNvSpPr>
            <a:spLocks noGrp="1"/>
          </p:cNvSpPr>
          <p:nvPr>
            <p:ph type="sldNum" sz="quarter" idx="12"/>
          </p:nvPr>
        </p:nvSpPr>
        <p:spPr/>
        <p:txBody>
          <a:bodyPr/>
          <a:lstStyle>
            <a:lvl1pPr>
              <a:defRPr/>
            </a:lvl1pPr>
          </a:lstStyle>
          <a:p>
            <a:pPr>
              <a:defRPr/>
            </a:pPr>
            <a:fld id="{2FE6B60F-635A-3448-B1FF-BE07F04073AF}" type="slidenum">
              <a:rPr lang="en-US" altLang="it-IT"/>
              <a:pPr>
                <a:defRPr/>
              </a:pPr>
              <a:t>‹N›</a:t>
            </a:fld>
            <a:endParaRPr lang="en-US" altLang="it-IT"/>
          </a:p>
        </p:txBody>
      </p:sp>
    </p:spTree>
    <p:extLst>
      <p:ext uri="{BB962C8B-B14F-4D97-AF65-F5344CB8AC3E}">
        <p14:creationId xmlns:p14="http://schemas.microsoft.com/office/powerpoint/2010/main" val="4048440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a:extLst>
              <a:ext uri="{FF2B5EF4-FFF2-40B4-BE49-F238E27FC236}">
                <a16:creationId xmlns:a16="http://schemas.microsoft.com/office/drawing/2014/main" id="{B898B2BD-A5FE-D58B-F48F-6EEE653CF837}"/>
              </a:ext>
            </a:extLst>
          </p:cNvPr>
          <p:cNvSpPr>
            <a:spLocks noGrp="1"/>
          </p:cNvSpPr>
          <p:nvPr>
            <p:ph type="dt" sz="half" idx="10"/>
          </p:nvPr>
        </p:nvSpPr>
        <p:spPr/>
        <p:txBody>
          <a:bodyPr/>
          <a:lstStyle>
            <a:lvl1pPr>
              <a:defRPr/>
            </a:lvl1pPr>
          </a:lstStyle>
          <a:p>
            <a:pPr>
              <a:defRPr/>
            </a:pPr>
            <a:endParaRPr lang="en-US" dirty="0"/>
          </a:p>
        </p:txBody>
      </p:sp>
      <p:sp>
        <p:nvSpPr>
          <p:cNvPr id="5" name="Footer Placeholder 7">
            <a:extLst>
              <a:ext uri="{FF2B5EF4-FFF2-40B4-BE49-F238E27FC236}">
                <a16:creationId xmlns:a16="http://schemas.microsoft.com/office/drawing/2014/main" id="{055D1FBA-CCCB-7F62-2B17-8D4B5CA0A6B0}"/>
              </a:ext>
            </a:extLst>
          </p:cNvPr>
          <p:cNvSpPr>
            <a:spLocks noGrp="1"/>
          </p:cNvSpPr>
          <p:nvPr>
            <p:ph type="ftr" sz="quarter" idx="11"/>
          </p:nvPr>
        </p:nvSpPr>
        <p:spPr/>
        <p:txBody>
          <a:bodyPr/>
          <a:lstStyle>
            <a:lvl1pPr>
              <a:defRPr/>
            </a:lvl1pPr>
          </a:lstStyle>
          <a:p>
            <a:pPr>
              <a:defRPr/>
            </a:pPr>
            <a:r>
              <a:rPr lang="en-US"/>
              <a:t>Introduction to Machine Learning </a:t>
            </a:r>
            <a:endParaRPr lang="en-US" dirty="0"/>
          </a:p>
        </p:txBody>
      </p:sp>
      <p:sp>
        <p:nvSpPr>
          <p:cNvPr id="6" name="Slide Number Placeholder 8">
            <a:extLst>
              <a:ext uri="{FF2B5EF4-FFF2-40B4-BE49-F238E27FC236}">
                <a16:creationId xmlns:a16="http://schemas.microsoft.com/office/drawing/2014/main" id="{53557564-DA0A-3FDE-2E7C-719DF8F86039}"/>
              </a:ext>
            </a:extLst>
          </p:cNvPr>
          <p:cNvSpPr>
            <a:spLocks noGrp="1"/>
          </p:cNvSpPr>
          <p:nvPr>
            <p:ph type="sldNum" sz="quarter" idx="12"/>
          </p:nvPr>
        </p:nvSpPr>
        <p:spPr/>
        <p:txBody>
          <a:bodyPr/>
          <a:lstStyle>
            <a:lvl1pPr>
              <a:defRPr/>
            </a:lvl1pPr>
          </a:lstStyle>
          <a:p>
            <a:pPr>
              <a:defRPr/>
            </a:pPr>
            <a:fld id="{4529E842-BF7F-294C-8C5F-26DD24A1D3CC}" type="slidenum">
              <a:rPr lang="en-US" altLang="it-IT"/>
              <a:pPr>
                <a:defRPr/>
              </a:pPr>
              <a:t>‹N›</a:t>
            </a:fld>
            <a:endParaRPr lang="en-US" altLang="it-IT"/>
          </a:p>
        </p:txBody>
      </p:sp>
    </p:spTree>
    <p:extLst>
      <p:ext uri="{BB962C8B-B14F-4D97-AF65-F5344CB8AC3E}">
        <p14:creationId xmlns:p14="http://schemas.microsoft.com/office/powerpoint/2010/main" val="996144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688" y="152400"/>
            <a:ext cx="2085975"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10288"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a:extLst>
              <a:ext uri="{FF2B5EF4-FFF2-40B4-BE49-F238E27FC236}">
                <a16:creationId xmlns:a16="http://schemas.microsoft.com/office/drawing/2014/main" id="{5581B3DB-9DEF-2385-A417-A88FA30CB77B}"/>
              </a:ext>
            </a:extLst>
          </p:cNvPr>
          <p:cNvSpPr>
            <a:spLocks noGrp="1"/>
          </p:cNvSpPr>
          <p:nvPr>
            <p:ph type="dt" sz="half" idx="10"/>
          </p:nvPr>
        </p:nvSpPr>
        <p:spPr/>
        <p:txBody>
          <a:bodyPr/>
          <a:lstStyle>
            <a:lvl1pPr>
              <a:defRPr/>
            </a:lvl1pPr>
          </a:lstStyle>
          <a:p>
            <a:pPr>
              <a:defRPr/>
            </a:pPr>
            <a:endParaRPr lang="en-US" dirty="0"/>
          </a:p>
        </p:txBody>
      </p:sp>
      <p:sp>
        <p:nvSpPr>
          <p:cNvPr id="5" name="Footer Placeholder 7">
            <a:extLst>
              <a:ext uri="{FF2B5EF4-FFF2-40B4-BE49-F238E27FC236}">
                <a16:creationId xmlns:a16="http://schemas.microsoft.com/office/drawing/2014/main" id="{488374CC-2EFB-DFD5-516F-E7483E25DFED}"/>
              </a:ext>
            </a:extLst>
          </p:cNvPr>
          <p:cNvSpPr>
            <a:spLocks noGrp="1"/>
          </p:cNvSpPr>
          <p:nvPr>
            <p:ph type="ftr" sz="quarter" idx="11"/>
          </p:nvPr>
        </p:nvSpPr>
        <p:spPr/>
        <p:txBody>
          <a:bodyPr/>
          <a:lstStyle>
            <a:lvl1pPr>
              <a:defRPr/>
            </a:lvl1pPr>
          </a:lstStyle>
          <a:p>
            <a:pPr>
              <a:defRPr/>
            </a:pPr>
            <a:r>
              <a:rPr lang="en-US"/>
              <a:t>Introduction to Machine Learning </a:t>
            </a:r>
            <a:endParaRPr lang="en-US" dirty="0"/>
          </a:p>
        </p:txBody>
      </p:sp>
      <p:sp>
        <p:nvSpPr>
          <p:cNvPr id="6" name="Slide Number Placeholder 8">
            <a:extLst>
              <a:ext uri="{FF2B5EF4-FFF2-40B4-BE49-F238E27FC236}">
                <a16:creationId xmlns:a16="http://schemas.microsoft.com/office/drawing/2014/main" id="{A4C39360-136C-3740-1739-AFD819B4F51C}"/>
              </a:ext>
            </a:extLst>
          </p:cNvPr>
          <p:cNvSpPr>
            <a:spLocks noGrp="1"/>
          </p:cNvSpPr>
          <p:nvPr>
            <p:ph type="sldNum" sz="quarter" idx="12"/>
          </p:nvPr>
        </p:nvSpPr>
        <p:spPr/>
        <p:txBody>
          <a:bodyPr/>
          <a:lstStyle>
            <a:lvl1pPr>
              <a:defRPr/>
            </a:lvl1pPr>
          </a:lstStyle>
          <a:p>
            <a:pPr>
              <a:defRPr/>
            </a:pPr>
            <a:fld id="{E9C0ED0C-9CF3-E84E-BAA4-BCB6C3CD4FD2}" type="slidenum">
              <a:rPr lang="en-US" altLang="it-IT"/>
              <a:pPr>
                <a:defRPr/>
              </a:pPr>
              <a:t>‹N›</a:t>
            </a:fld>
            <a:endParaRPr lang="en-US" altLang="it-IT"/>
          </a:p>
        </p:txBody>
      </p:sp>
    </p:spTree>
    <p:extLst>
      <p:ext uri="{BB962C8B-B14F-4D97-AF65-F5344CB8AC3E}">
        <p14:creationId xmlns:p14="http://schemas.microsoft.com/office/powerpoint/2010/main" val="3291884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6">
            <a:extLst>
              <a:ext uri="{FF2B5EF4-FFF2-40B4-BE49-F238E27FC236}">
                <a16:creationId xmlns:a16="http://schemas.microsoft.com/office/drawing/2014/main" id="{A02D1982-695B-8805-BCAE-DEBCCC6FB9AB}"/>
              </a:ext>
            </a:extLst>
          </p:cNvPr>
          <p:cNvSpPr>
            <a:spLocks noGrp="1"/>
          </p:cNvSpPr>
          <p:nvPr>
            <p:ph type="dt" sz="half" idx="10"/>
          </p:nvPr>
        </p:nvSpPr>
        <p:spPr/>
        <p:txBody>
          <a:bodyPr/>
          <a:lstStyle>
            <a:lvl1pPr>
              <a:defRPr/>
            </a:lvl1pPr>
          </a:lstStyle>
          <a:p>
            <a:pPr>
              <a:defRPr/>
            </a:pPr>
            <a:endParaRPr lang="en-US" dirty="0"/>
          </a:p>
        </p:txBody>
      </p:sp>
      <p:sp>
        <p:nvSpPr>
          <p:cNvPr id="6" name="Footer Placeholder 7">
            <a:extLst>
              <a:ext uri="{FF2B5EF4-FFF2-40B4-BE49-F238E27FC236}">
                <a16:creationId xmlns:a16="http://schemas.microsoft.com/office/drawing/2014/main" id="{4C13C8D6-1DFF-69DD-1F7D-D3FE29CC97DA}"/>
              </a:ext>
            </a:extLst>
          </p:cNvPr>
          <p:cNvSpPr>
            <a:spLocks noGrp="1"/>
          </p:cNvSpPr>
          <p:nvPr>
            <p:ph type="ftr" sz="quarter" idx="11"/>
          </p:nvPr>
        </p:nvSpPr>
        <p:spPr/>
        <p:txBody>
          <a:bodyPr/>
          <a:lstStyle>
            <a:lvl1pPr>
              <a:defRPr/>
            </a:lvl1pPr>
          </a:lstStyle>
          <a:p>
            <a:pPr>
              <a:defRPr/>
            </a:pPr>
            <a:r>
              <a:rPr lang="en-US"/>
              <a:t>Introduction to Machine Learning </a:t>
            </a:r>
            <a:endParaRPr lang="en-US" dirty="0"/>
          </a:p>
        </p:txBody>
      </p:sp>
      <p:sp>
        <p:nvSpPr>
          <p:cNvPr id="7" name="Slide Number Placeholder 8">
            <a:extLst>
              <a:ext uri="{FF2B5EF4-FFF2-40B4-BE49-F238E27FC236}">
                <a16:creationId xmlns:a16="http://schemas.microsoft.com/office/drawing/2014/main" id="{16260EE6-0E38-89A6-18D9-5F888A284EB5}"/>
              </a:ext>
            </a:extLst>
          </p:cNvPr>
          <p:cNvSpPr>
            <a:spLocks noGrp="1"/>
          </p:cNvSpPr>
          <p:nvPr>
            <p:ph type="sldNum" sz="quarter" idx="12"/>
          </p:nvPr>
        </p:nvSpPr>
        <p:spPr/>
        <p:txBody>
          <a:bodyPr/>
          <a:lstStyle>
            <a:lvl1pPr>
              <a:defRPr/>
            </a:lvl1pPr>
          </a:lstStyle>
          <a:p>
            <a:pPr>
              <a:defRPr/>
            </a:pPr>
            <a:fld id="{E589AF5D-EB38-D84F-8C97-D8D593BD54D9}" type="slidenum">
              <a:rPr lang="en-US" altLang="it-IT"/>
              <a:pPr>
                <a:defRPr/>
              </a:pPr>
              <a:t>‹N›</a:t>
            </a:fld>
            <a:endParaRPr lang="en-US" altLang="it-IT"/>
          </a:p>
        </p:txBody>
      </p:sp>
    </p:spTree>
    <p:extLst>
      <p:ext uri="{BB962C8B-B14F-4D97-AF65-F5344CB8AC3E}">
        <p14:creationId xmlns:p14="http://schemas.microsoft.com/office/powerpoint/2010/main" val="2762987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661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661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6">
            <a:extLst>
              <a:ext uri="{FF2B5EF4-FFF2-40B4-BE49-F238E27FC236}">
                <a16:creationId xmlns:a16="http://schemas.microsoft.com/office/drawing/2014/main" id="{B368930F-CF9C-4133-18BF-4176C03D5CAB}"/>
              </a:ext>
            </a:extLst>
          </p:cNvPr>
          <p:cNvSpPr>
            <a:spLocks noGrp="1"/>
          </p:cNvSpPr>
          <p:nvPr>
            <p:ph type="dt" sz="half" idx="10"/>
          </p:nvPr>
        </p:nvSpPr>
        <p:spPr/>
        <p:txBody>
          <a:bodyPr/>
          <a:lstStyle>
            <a:lvl1pPr>
              <a:defRPr/>
            </a:lvl1pPr>
          </a:lstStyle>
          <a:p>
            <a:pPr>
              <a:defRPr/>
            </a:pPr>
            <a:endParaRPr lang="en-US" dirty="0"/>
          </a:p>
        </p:txBody>
      </p:sp>
      <p:sp>
        <p:nvSpPr>
          <p:cNvPr id="7" name="Footer Placeholder 7">
            <a:extLst>
              <a:ext uri="{FF2B5EF4-FFF2-40B4-BE49-F238E27FC236}">
                <a16:creationId xmlns:a16="http://schemas.microsoft.com/office/drawing/2014/main" id="{53B77D2A-B9DF-E711-BEAB-40F6B6BD2C01}"/>
              </a:ext>
            </a:extLst>
          </p:cNvPr>
          <p:cNvSpPr>
            <a:spLocks noGrp="1"/>
          </p:cNvSpPr>
          <p:nvPr>
            <p:ph type="ftr" sz="quarter" idx="11"/>
          </p:nvPr>
        </p:nvSpPr>
        <p:spPr/>
        <p:txBody>
          <a:bodyPr/>
          <a:lstStyle>
            <a:lvl1pPr>
              <a:defRPr/>
            </a:lvl1pPr>
          </a:lstStyle>
          <a:p>
            <a:pPr>
              <a:defRPr/>
            </a:pPr>
            <a:r>
              <a:rPr lang="en-US"/>
              <a:t>Introduction to Machine Learning </a:t>
            </a:r>
            <a:endParaRPr lang="en-US" dirty="0"/>
          </a:p>
        </p:txBody>
      </p:sp>
      <p:sp>
        <p:nvSpPr>
          <p:cNvPr id="8" name="Slide Number Placeholder 8">
            <a:extLst>
              <a:ext uri="{FF2B5EF4-FFF2-40B4-BE49-F238E27FC236}">
                <a16:creationId xmlns:a16="http://schemas.microsoft.com/office/drawing/2014/main" id="{AFE19110-5D11-7806-F122-EB5105D211AA}"/>
              </a:ext>
            </a:extLst>
          </p:cNvPr>
          <p:cNvSpPr>
            <a:spLocks noGrp="1"/>
          </p:cNvSpPr>
          <p:nvPr>
            <p:ph type="sldNum" sz="quarter" idx="12"/>
          </p:nvPr>
        </p:nvSpPr>
        <p:spPr/>
        <p:txBody>
          <a:bodyPr/>
          <a:lstStyle>
            <a:lvl1pPr>
              <a:defRPr/>
            </a:lvl1pPr>
          </a:lstStyle>
          <a:p>
            <a:pPr>
              <a:defRPr/>
            </a:pPr>
            <a:fld id="{D6A38301-58FC-264C-BF5E-8F7A401F14E3}" type="slidenum">
              <a:rPr lang="en-US" altLang="it-IT"/>
              <a:pPr>
                <a:defRPr/>
              </a:pPr>
              <a:t>‹N›</a:t>
            </a:fld>
            <a:endParaRPr lang="en-US" altLang="it-IT"/>
          </a:p>
        </p:txBody>
      </p:sp>
    </p:spTree>
    <p:extLst>
      <p:ext uri="{BB962C8B-B14F-4D97-AF65-F5344CB8AC3E}">
        <p14:creationId xmlns:p14="http://schemas.microsoft.com/office/powerpoint/2010/main" val="4254747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F2A89B9-F524-BA68-F307-E3286E2581C4}"/>
              </a:ext>
            </a:extLst>
          </p:cNvPr>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it-IT"/>
              <a:t>Click to edit Master title style</a:t>
            </a:r>
          </a:p>
        </p:txBody>
      </p:sp>
      <p:sp>
        <p:nvSpPr>
          <p:cNvPr id="1027" name="Rectangle 3">
            <a:extLst>
              <a:ext uri="{FF2B5EF4-FFF2-40B4-BE49-F238E27FC236}">
                <a16:creationId xmlns:a16="http://schemas.microsoft.com/office/drawing/2014/main" id="{D59EAC21-5AE3-355B-E785-6AA92C74E892}"/>
              </a:ext>
            </a:extLst>
          </p:cNvPr>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it-IT"/>
              <a:t>Click to edit Master text styles</a:t>
            </a:r>
          </a:p>
          <a:p>
            <a:pPr lvl="1"/>
            <a:r>
              <a:rPr lang="en-US" altLang="it-IT"/>
              <a:t>Second Level</a:t>
            </a:r>
          </a:p>
          <a:p>
            <a:pPr lvl="2"/>
            <a:r>
              <a:rPr lang="en-US" altLang="it-IT"/>
              <a:t> Third Level</a:t>
            </a:r>
          </a:p>
        </p:txBody>
      </p:sp>
      <p:grpSp>
        <p:nvGrpSpPr>
          <p:cNvPr id="1028" name="Group 16">
            <a:extLst>
              <a:ext uri="{FF2B5EF4-FFF2-40B4-BE49-F238E27FC236}">
                <a16:creationId xmlns:a16="http://schemas.microsoft.com/office/drawing/2014/main" id="{EF3045AC-8646-7002-28F7-C8DF5A0C9223}"/>
              </a:ext>
            </a:extLst>
          </p:cNvPr>
          <p:cNvGrpSpPr>
            <a:grpSpLocks/>
          </p:cNvGrpSpPr>
          <p:nvPr userDrawn="1"/>
        </p:nvGrpSpPr>
        <p:grpSpPr bwMode="auto">
          <a:xfrm>
            <a:off x="304800" y="838200"/>
            <a:ext cx="8534400" cy="152400"/>
            <a:chOff x="264" y="788"/>
            <a:chExt cx="5232" cy="124"/>
          </a:xfrm>
        </p:grpSpPr>
        <p:sp>
          <p:nvSpPr>
            <p:cNvPr id="1032" name="Rectangle 17">
              <a:extLst>
                <a:ext uri="{FF2B5EF4-FFF2-40B4-BE49-F238E27FC236}">
                  <a16:creationId xmlns:a16="http://schemas.microsoft.com/office/drawing/2014/main" id="{A52F8E50-FD26-5C13-670F-200AF35B7AC9}"/>
                </a:ext>
              </a:extLst>
            </p:cNvPr>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p:spPr>
          <p:txBody>
            <a:bodyPr wrap="none" anchor="ctr"/>
            <a:lstStyle>
              <a:lvl1pPr>
                <a:defRPr sz="1400" b="1">
                  <a:solidFill>
                    <a:schemeClr val="tx1"/>
                  </a:solidFill>
                  <a:latin typeface="Arial" panose="020B0604020202020204" pitchFamily="34" charset="0"/>
                  <a:ea typeface="ＭＳ Ｐゴシック" panose="020B0600070205080204" pitchFamily="34" charset="-128"/>
                </a:defRPr>
              </a:lvl1pPr>
              <a:lvl2pPr marL="742950" indent="-285750">
                <a:defRPr sz="1400" b="1">
                  <a:solidFill>
                    <a:schemeClr val="tx1"/>
                  </a:solidFill>
                  <a:latin typeface="Arial" panose="020B0604020202020204" pitchFamily="34" charset="0"/>
                  <a:ea typeface="ＭＳ Ｐゴシック" panose="020B0600070205080204" pitchFamily="34" charset="-128"/>
                </a:defRPr>
              </a:lvl2pPr>
              <a:lvl3pPr marL="1143000" indent="-228600">
                <a:defRPr sz="1400" b="1">
                  <a:solidFill>
                    <a:schemeClr val="tx1"/>
                  </a:solidFill>
                  <a:latin typeface="Arial" panose="020B0604020202020204" pitchFamily="34" charset="0"/>
                  <a:ea typeface="ＭＳ Ｐゴシック" panose="020B0600070205080204" pitchFamily="34" charset="-128"/>
                </a:defRPr>
              </a:lvl3pPr>
              <a:lvl4pPr marL="1600200" indent="-228600">
                <a:defRPr sz="1400" b="1">
                  <a:solidFill>
                    <a:schemeClr val="tx1"/>
                  </a:solidFill>
                  <a:latin typeface="Arial" panose="020B0604020202020204" pitchFamily="34" charset="0"/>
                  <a:ea typeface="ＭＳ Ｐゴシック" panose="020B0600070205080204" pitchFamily="34" charset="-128"/>
                </a:defRPr>
              </a:lvl4pPr>
              <a:lvl5pPr marL="2057400" indent="-228600">
                <a:defRPr sz="1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9pPr>
            </a:lstStyle>
            <a:p>
              <a:pPr>
                <a:defRPr/>
              </a:pPr>
              <a:endParaRPr lang="it-IT" altLang="it-IT"/>
            </a:p>
          </p:txBody>
        </p:sp>
        <p:sp>
          <p:nvSpPr>
            <p:cNvPr id="1033" name="Rectangle 18">
              <a:extLst>
                <a:ext uri="{FF2B5EF4-FFF2-40B4-BE49-F238E27FC236}">
                  <a16:creationId xmlns:a16="http://schemas.microsoft.com/office/drawing/2014/main" id="{BAFDFF50-859B-CEB8-7A5F-E5AD5BB87644}"/>
                </a:ext>
              </a:extLst>
            </p:cNvPr>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p:spPr>
          <p:txBody>
            <a:bodyPr wrap="none" anchor="ctr"/>
            <a:lstStyle>
              <a:lvl1pPr>
                <a:defRPr sz="1400" b="1">
                  <a:solidFill>
                    <a:schemeClr val="tx1"/>
                  </a:solidFill>
                  <a:latin typeface="Arial" panose="020B0604020202020204" pitchFamily="34" charset="0"/>
                  <a:ea typeface="ＭＳ Ｐゴシック" panose="020B0600070205080204" pitchFamily="34" charset="-128"/>
                </a:defRPr>
              </a:lvl1pPr>
              <a:lvl2pPr marL="742950" indent="-285750">
                <a:defRPr sz="1400" b="1">
                  <a:solidFill>
                    <a:schemeClr val="tx1"/>
                  </a:solidFill>
                  <a:latin typeface="Arial" panose="020B0604020202020204" pitchFamily="34" charset="0"/>
                  <a:ea typeface="ＭＳ Ｐゴシック" panose="020B0600070205080204" pitchFamily="34" charset="-128"/>
                </a:defRPr>
              </a:lvl2pPr>
              <a:lvl3pPr marL="1143000" indent="-228600">
                <a:defRPr sz="1400" b="1">
                  <a:solidFill>
                    <a:schemeClr val="tx1"/>
                  </a:solidFill>
                  <a:latin typeface="Arial" panose="020B0604020202020204" pitchFamily="34" charset="0"/>
                  <a:ea typeface="ＭＳ Ｐゴシック" panose="020B0600070205080204" pitchFamily="34" charset="-128"/>
                </a:defRPr>
              </a:lvl3pPr>
              <a:lvl4pPr marL="1600200" indent="-228600">
                <a:defRPr sz="1400" b="1">
                  <a:solidFill>
                    <a:schemeClr val="tx1"/>
                  </a:solidFill>
                  <a:latin typeface="Arial" panose="020B0604020202020204" pitchFamily="34" charset="0"/>
                  <a:ea typeface="ＭＳ Ｐゴシック" panose="020B0600070205080204" pitchFamily="34" charset="-128"/>
                </a:defRPr>
              </a:lvl4pPr>
              <a:lvl5pPr marL="2057400" indent="-228600">
                <a:defRPr sz="1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9pPr>
            </a:lstStyle>
            <a:p>
              <a:pPr>
                <a:defRPr/>
              </a:pPr>
              <a:endParaRPr lang="it-IT" altLang="it-IT"/>
            </a:p>
          </p:txBody>
        </p:sp>
      </p:grpSp>
      <p:sp>
        <p:nvSpPr>
          <p:cNvPr id="7" name="Date Placeholder 6">
            <a:extLst>
              <a:ext uri="{FF2B5EF4-FFF2-40B4-BE49-F238E27FC236}">
                <a16:creationId xmlns:a16="http://schemas.microsoft.com/office/drawing/2014/main" id="{BB195E91-CB6B-0519-8334-402E067B2D21}"/>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ea typeface="+mn-ea"/>
                <a:cs typeface="+mn-cs"/>
              </a:defRPr>
            </a:lvl1pPr>
          </a:lstStyle>
          <a:p>
            <a:pPr>
              <a:defRPr/>
            </a:pPr>
            <a:endParaRPr lang="en-US" dirty="0"/>
          </a:p>
        </p:txBody>
      </p:sp>
      <p:sp>
        <p:nvSpPr>
          <p:cNvPr id="8" name="Footer Placeholder 7">
            <a:extLst>
              <a:ext uri="{FF2B5EF4-FFF2-40B4-BE49-F238E27FC236}">
                <a16:creationId xmlns:a16="http://schemas.microsoft.com/office/drawing/2014/main" id="{02C7400D-A45A-1E05-4589-C5EC242D7DD4}"/>
              </a:ext>
            </a:extLst>
          </p:cNvPr>
          <p:cNvSpPr>
            <a:spLocks noGrp="1"/>
          </p:cNvSpPr>
          <p:nvPr>
            <p:ph type="ftr" sz="quarter" idx="3"/>
          </p:nvPr>
        </p:nvSpPr>
        <p:spPr>
          <a:xfrm>
            <a:off x="3048000" y="6356350"/>
            <a:ext cx="31242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ea typeface="+mn-ea"/>
                <a:cs typeface="+mn-cs"/>
              </a:defRPr>
            </a:lvl1pPr>
          </a:lstStyle>
          <a:p>
            <a:pPr>
              <a:defRPr/>
            </a:pPr>
            <a:r>
              <a:rPr lang="en-US"/>
              <a:t>Introduction to Machine Learning </a:t>
            </a:r>
            <a:endParaRPr lang="en-US" dirty="0"/>
          </a:p>
        </p:txBody>
      </p:sp>
      <p:sp>
        <p:nvSpPr>
          <p:cNvPr id="9" name="Slide Number Placeholder 8">
            <a:extLst>
              <a:ext uri="{FF2B5EF4-FFF2-40B4-BE49-F238E27FC236}">
                <a16:creationId xmlns:a16="http://schemas.microsoft.com/office/drawing/2014/main" id="{D58C3BEC-94E3-FA94-3F5B-EE1B128D99AE}"/>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a:defRPr/>
            </a:pPr>
            <a:fld id="{BCE13309-9903-D840-896A-7A4DCD528121}" type="slidenum">
              <a:rPr lang="en-US" altLang="it-IT"/>
              <a:pPr>
                <a:defRPr/>
              </a:pPr>
              <a:t>‹N›</a:t>
            </a:fld>
            <a:endParaRPr lang="en-US" altLang="it-IT"/>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hdr="0"/>
  <p:txStyles>
    <p:titleStyle>
      <a:lvl1pPr algn="l" rtl="0" eaLnBrk="0" fontAlgn="base" hangingPunct="0">
        <a:lnSpc>
          <a:spcPts val="3600"/>
        </a:lnSpc>
        <a:spcBef>
          <a:spcPct val="0"/>
        </a:spcBef>
        <a:spcAft>
          <a:spcPct val="0"/>
        </a:spcAft>
        <a:defRPr sz="3200" b="1">
          <a:solidFill>
            <a:schemeClr val="tx1"/>
          </a:solidFill>
          <a:latin typeface="+mj-lt"/>
          <a:ea typeface="ＭＳ Ｐゴシック" charset="0"/>
          <a:cs typeface="ＭＳ Ｐゴシック" charset="0"/>
        </a:defRPr>
      </a:lvl1pPr>
      <a:lvl2pPr algn="l" rtl="0" eaLnBrk="0" fontAlgn="base" hangingPunct="0">
        <a:lnSpc>
          <a:spcPts val="3600"/>
        </a:lnSpc>
        <a:spcBef>
          <a:spcPct val="0"/>
        </a:spcBef>
        <a:spcAft>
          <a:spcPct val="0"/>
        </a:spcAft>
        <a:defRPr sz="3200" b="1">
          <a:solidFill>
            <a:schemeClr val="tx1"/>
          </a:solidFill>
          <a:latin typeface="Tahoma" pitchFamily="34" charset="0"/>
          <a:ea typeface="ＭＳ Ｐゴシック" charset="0"/>
          <a:cs typeface="ＭＳ Ｐゴシック" charset="0"/>
        </a:defRPr>
      </a:lvl2pPr>
      <a:lvl3pPr algn="l" rtl="0" eaLnBrk="0" fontAlgn="base" hangingPunct="0">
        <a:lnSpc>
          <a:spcPts val="3600"/>
        </a:lnSpc>
        <a:spcBef>
          <a:spcPct val="0"/>
        </a:spcBef>
        <a:spcAft>
          <a:spcPct val="0"/>
        </a:spcAft>
        <a:defRPr sz="3200" b="1">
          <a:solidFill>
            <a:schemeClr val="tx1"/>
          </a:solidFill>
          <a:latin typeface="Tahoma" pitchFamily="34" charset="0"/>
          <a:ea typeface="ＭＳ Ｐゴシック" charset="0"/>
          <a:cs typeface="ＭＳ Ｐゴシック" charset="0"/>
        </a:defRPr>
      </a:lvl3pPr>
      <a:lvl4pPr algn="l" rtl="0" eaLnBrk="0" fontAlgn="base" hangingPunct="0">
        <a:lnSpc>
          <a:spcPts val="3600"/>
        </a:lnSpc>
        <a:spcBef>
          <a:spcPct val="0"/>
        </a:spcBef>
        <a:spcAft>
          <a:spcPct val="0"/>
        </a:spcAft>
        <a:defRPr sz="3200" b="1">
          <a:solidFill>
            <a:schemeClr val="tx1"/>
          </a:solidFill>
          <a:latin typeface="Tahoma" pitchFamily="34" charset="0"/>
          <a:ea typeface="ＭＳ Ｐゴシック" charset="0"/>
          <a:cs typeface="ＭＳ Ｐゴシック" charset="0"/>
        </a:defRPr>
      </a:lvl4pPr>
      <a:lvl5pPr algn="l" rtl="0" eaLnBrk="0" fontAlgn="base" hangingPunct="0">
        <a:lnSpc>
          <a:spcPts val="3600"/>
        </a:lnSpc>
        <a:spcBef>
          <a:spcPct val="0"/>
        </a:spcBef>
        <a:spcAft>
          <a:spcPct val="0"/>
        </a:spcAft>
        <a:defRPr sz="3200" b="1">
          <a:solidFill>
            <a:schemeClr val="tx1"/>
          </a:solidFill>
          <a:latin typeface="Tahoma" pitchFamily="34" charset="0"/>
          <a:ea typeface="ＭＳ Ｐゴシック" charset="0"/>
          <a:cs typeface="ＭＳ Ｐゴシック"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ＭＳ Ｐゴシック" charset="0"/>
          <a:cs typeface="ＭＳ Ｐゴシック" charset="0"/>
        </a:defRPr>
      </a:lvl1pPr>
      <a:lvl2pPr marL="800100" indent="-342900" algn="l" rtl="0" eaLnBrk="0" fontAlgn="base" hangingPunct="0">
        <a:spcBef>
          <a:spcPct val="10000"/>
        </a:spcBef>
        <a:spcAft>
          <a:spcPts val="400"/>
        </a:spcAft>
        <a:buClr>
          <a:srgbClr val="0C7B9C"/>
        </a:buClr>
        <a:buSzPct val="100000"/>
        <a:buFont typeface="Arial" panose="020B0604020202020204" pitchFamily="34" charset="0"/>
        <a:buChar char="–"/>
        <a:defRPr sz="2800">
          <a:solidFill>
            <a:schemeClr val="tx1"/>
          </a:solidFill>
          <a:latin typeface="+mn-lt"/>
          <a:ea typeface="ＭＳ Ｐゴシック" charset="0"/>
        </a:defRPr>
      </a:lvl2pPr>
      <a:lvl3pPr marL="914400" algn="l" rtl="0" eaLnBrk="0" fontAlgn="base" hangingPunct="0">
        <a:spcBef>
          <a:spcPct val="10000"/>
        </a:spcBef>
        <a:spcAft>
          <a:spcPts val="400"/>
        </a:spcAft>
        <a:buClr>
          <a:srgbClr val="0C7B9C"/>
        </a:buClr>
        <a:buSzPct val="70000"/>
        <a:buFont typeface="Wingdings" pitchFamily="2" charset="2"/>
        <a:buChar char="u"/>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ea typeface="ＭＳ Ｐゴシック"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ea typeface="ＭＳ Ｐゴシック"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B56805-27B6-9941-9623-EE2991DF12D6}"/>
              </a:ext>
            </a:extLst>
          </p:cNvPr>
          <p:cNvSpPr>
            <a:spLocks noGrp="1"/>
          </p:cNvSpPr>
          <p:nvPr>
            <p:ph type="ctrTitle"/>
          </p:nvPr>
        </p:nvSpPr>
        <p:spPr>
          <a:xfrm>
            <a:off x="628650" y="1752600"/>
            <a:ext cx="8020495" cy="2256820"/>
          </a:xfrm>
        </p:spPr>
        <p:txBody>
          <a:bodyPr>
            <a:normAutofit/>
          </a:bodyPr>
          <a:lstStyle/>
          <a:p>
            <a:pPr algn="l"/>
            <a:r>
              <a:rPr lang="en-US" b="1" dirty="0">
                <a:solidFill>
                  <a:srgbClr val="009193"/>
                </a:solidFill>
              </a:rPr>
              <a:t>Introduction to M</a:t>
            </a:r>
            <a:r>
              <a:rPr lang="en-US" b="1" dirty="0"/>
              <a:t>ACHINE </a:t>
            </a:r>
            <a:r>
              <a:rPr lang="en-US" b="1" dirty="0">
                <a:solidFill>
                  <a:srgbClr val="009193"/>
                </a:solidFill>
              </a:rPr>
              <a:t>L</a:t>
            </a:r>
            <a:r>
              <a:rPr lang="en-US" b="1" dirty="0"/>
              <a:t>EARNING</a:t>
            </a:r>
            <a:br>
              <a:rPr lang="en-US" b="1" dirty="0"/>
            </a:br>
            <a:r>
              <a:rPr lang="en-US" b="1" dirty="0"/>
              <a:t>2023-204</a:t>
            </a:r>
            <a:br>
              <a:rPr lang="en-US" sz="5400" dirty="0"/>
            </a:br>
            <a:endParaRPr lang="en-US" sz="2100" dirty="0"/>
          </a:p>
        </p:txBody>
      </p:sp>
      <p:sp>
        <p:nvSpPr>
          <p:cNvPr id="7" name="Sottotitolo 6">
            <a:extLst>
              <a:ext uri="{FF2B5EF4-FFF2-40B4-BE49-F238E27FC236}">
                <a16:creationId xmlns:a16="http://schemas.microsoft.com/office/drawing/2014/main" id="{5F5693D1-C37C-884D-ABF4-994E895B246D}"/>
              </a:ext>
            </a:extLst>
          </p:cNvPr>
          <p:cNvSpPr>
            <a:spLocks noGrp="1"/>
          </p:cNvSpPr>
          <p:nvPr>
            <p:ph type="subTitle" idx="1"/>
          </p:nvPr>
        </p:nvSpPr>
        <p:spPr>
          <a:xfrm>
            <a:off x="494855" y="4402846"/>
            <a:ext cx="6858000" cy="1293638"/>
          </a:xfrm>
        </p:spPr>
        <p:txBody>
          <a:bodyPr>
            <a:normAutofit fontScale="55000" lnSpcReduction="20000"/>
          </a:bodyPr>
          <a:lstStyle/>
          <a:p>
            <a:pPr algn="l">
              <a:spcBef>
                <a:spcPts val="0"/>
              </a:spcBef>
              <a:defRPr/>
            </a:pPr>
            <a:r>
              <a:rPr lang="en-IE" dirty="0" err="1"/>
              <a:t>Fosca</a:t>
            </a:r>
            <a:r>
              <a:rPr lang="en-IE" dirty="0"/>
              <a:t> Giannotti + Roberto </a:t>
            </a:r>
            <a:r>
              <a:rPr lang="en-IE" dirty="0" err="1"/>
              <a:t>Pellungrini</a:t>
            </a:r>
            <a:endParaRPr lang="en-IE" dirty="0"/>
          </a:p>
          <a:p>
            <a:pPr algn="l">
              <a:spcBef>
                <a:spcPts val="0"/>
              </a:spcBef>
              <a:defRPr/>
            </a:pPr>
            <a:endParaRPr lang="en-IE" dirty="0"/>
          </a:p>
          <a:p>
            <a:pPr algn="l">
              <a:spcBef>
                <a:spcPts val="0"/>
              </a:spcBef>
              <a:defRPr/>
            </a:pPr>
            <a:r>
              <a:rPr lang="en-IE" sz="2800" dirty="0"/>
              <a:t>Revisited slides from Lecture Notes for Chapter 7 “Introduction to Data Mining”, 2nd Edition by Tan, Steinbach, </a:t>
            </a:r>
            <a:r>
              <a:rPr lang="en-IE" sz="2800" dirty="0" err="1"/>
              <a:t>Karpatne</a:t>
            </a:r>
            <a:r>
              <a:rPr lang="en-IE" sz="2800" dirty="0"/>
              <a:t>, Kumar, with insertion from other recommended references- </a:t>
            </a:r>
          </a:p>
          <a:p>
            <a:pPr algn="l">
              <a:spcBef>
                <a:spcPts val="0"/>
              </a:spcBef>
              <a:defRPr/>
            </a:pPr>
            <a:endParaRPr lang="en-IE" dirty="0"/>
          </a:p>
          <a:p>
            <a:pPr algn="l">
              <a:spcBef>
                <a:spcPts val="0"/>
              </a:spcBef>
              <a:defRPr/>
            </a:pPr>
            <a:endParaRPr lang="en-IE" dirty="0" err="1"/>
          </a:p>
        </p:txBody>
      </p:sp>
      <p:cxnSp>
        <p:nvCxnSpPr>
          <p:cNvPr id="17" name="Connettore 1 16">
            <a:extLst>
              <a:ext uri="{FF2B5EF4-FFF2-40B4-BE49-F238E27FC236}">
                <a16:creationId xmlns:a16="http://schemas.microsoft.com/office/drawing/2014/main" id="{D6F288DE-7B36-1745-8291-1D66544FBE52}"/>
              </a:ext>
            </a:extLst>
          </p:cNvPr>
          <p:cNvCxnSpPr/>
          <p:nvPr/>
        </p:nvCxnSpPr>
        <p:spPr>
          <a:xfrm>
            <a:off x="0" y="4283447"/>
            <a:ext cx="8515350" cy="0"/>
          </a:xfrm>
          <a:prstGeom prst="line">
            <a:avLst/>
          </a:prstGeom>
          <a:ln w="76200">
            <a:solidFill>
              <a:srgbClr val="009193"/>
            </a:solidFill>
          </a:ln>
        </p:spPr>
        <p:style>
          <a:lnRef idx="1">
            <a:schemeClr val="accent1"/>
          </a:lnRef>
          <a:fillRef idx="0">
            <a:schemeClr val="accent1"/>
          </a:fillRef>
          <a:effectRef idx="0">
            <a:schemeClr val="accent1"/>
          </a:effectRef>
          <a:fontRef idx="minor">
            <a:schemeClr val="tx1"/>
          </a:fontRef>
        </p:style>
      </p:cxnSp>
      <p:pic>
        <p:nvPicPr>
          <p:cNvPr id="380930" name="Picture 2" descr="Home">
            <a:extLst>
              <a:ext uri="{FF2B5EF4-FFF2-40B4-BE49-F238E27FC236}">
                <a16:creationId xmlns:a16="http://schemas.microsoft.com/office/drawing/2014/main" id="{105582FA-4696-A64D-A035-AA1DB060F519}"/>
              </a:ext>
            </a:extLst>
          </p:cNvPr>
          <p:cNvPicPr>
            <a:picLocks noChangeAspect="1" noChangeArrowheads="1"/>
          </p:cNvPicPr>
          <p:nvPr/>
        </p:nvPicPr>
        <p:blipFill>
          <a:blip r:embed="rId2">
            <a:duotone>
              <a:prstClr val="black"/>
              <a:schemeClr val="accent3">
                <a:tint val="45000"/>
                <a:satMod val="400000"/>
              </a:schemeClr>
            </a:duotone>
            <a:extLst>
              <a:ext uri="{BEBA8EAE-BF5A-486C-A8C5-ECC9F3942E4B}">
                <a14:imgProps xmlns:a14="http://schemas.microsoft.com/office/drawing/2010/main">
                  <a14:imgLayer r:embed="rId3">
                    <a14:imgEffect>
                      <a14:artisticPaintStrokes/>
                    </a14:imgEffect>
                  </a14:imgLayer>
                </a14:imgProps>
              </a:ext>
              <a:ext uri="{28A0092B-C50C-407E-A947-70E740481C1C}">
                <a14:useLocalDpi xmlns:a14="http://schemas.microsoft.com/office/drawing/2010/main" val="0"/>
              </a:ext>
            </a:extLst>
          </a:blip>
          <a:srcRect/>
          <a:stretch>
            <a:fillRect/>
          </a:stretch>
        </p:blipFill>
        <p:spPr bwMode="auto">
          <a:xfrm>
            <a:off x="7280935" y="4908886"/>
            <a:ext cx="1691615" cy="99260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8171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B56805-27B6-9941-9623-EE2991DF12D6}"/>
              </a:ext>
            </a:extLst>
          </p:cNvPr>
          <p:cNvSpPr>
            <a:spLocks noGrp="1"/>
          </p:cNvSpPr>
          <p:nvPr>
            <p:ph type="ctrTitle"/>
          </p:nvPr>
        </p:nvSpPr>
        <p:spPr>
          <a:xfrm>
            <a:off x="494856" y="2489568"/>
            <a:ext cx="8020495" cy="1696352"/>
          </a:xfrm>
        </p:spPr>
        <p:txBody>
          <a:bodyPr>
            <a:normAutofit/>
          </a:bodyPr>
          <a:lstStyle/>
          <a:p>
            <a:pPr algn="l"/>
            <a:r>
              <a:rPr lang="en-US" sz="3600" dirty="0" err="1">
                <a:solidFill>
                  <a:srgbClr val="009193"/>
                </a:solidFill>
              </a:rPr>
              <a:t>CR</a:t>
            </a:r>
            <a:r>
              <a:rPr lang="en-US" sz="3600" dirty="0" err="1"/>
              <a:t>oss</a:t>
            </a:r>
            <a:r>
              <a:rPr lang="en-US" sz="3600" dirty="0"/>
              <a:t>-</a:t>
            </a:r>
            <a:r>
              <a:rPr lang="en-US" sz="3600" dirty="0">
                <a:solidFill>
                  <a:srgbClr val="009193"/>
                </a:solidFill>
              </a:rPr>
              <a:t>I</a:t>
            </a:r>
            <a:r>
              <a:rPr lang="en-US" sz="3600" dirty="0"/>
              <a:t>ndustry </a:t>
            </a:r>
            <a:r>
              <a:rPr lang="en-US" sz="3600" dirty="0">
                <a:solidFill>
                  <a:srgbClr val="009193"/>
                </a:solidFill>
              </a:rPr>
              <a:t>S</a:t>
            </a:r>
            <a:r>
              <a:rPr lang="en-US" sz="3600" dirty="0"/>
              <a:t>tandard </a:t>
            </a:r>
            <a:br>
              <a:rPr lang="en-US" sz="3600" dirty="0"/>
            </a:br>
            <a:r>
              <a:rPr lang="en-US" sz="3600" dirty="0">
                <a:solidFill>
                  <a:srgbClr val="009193"/>
                </a:solidFill>
              </a:rPr>
              <a:t>P</a:t>
            </a:r>
            <a:r>
              <a:rPr lang="en-US" sz="3600" dirty="0"/>
              <a:t>rocess for </a:t>
            </a:r>
            <a:r>
              <a:rPr lang="en-US" sz="3600" dirty="0">
                <a:solidFill>
                  <a:srgbClr val="009193"/>
                </a:solidFill>
              </a:rPr>
              <a:t>D</a:t>
            </a:r>
            <a:r>
              <a:rPr lang="en-US" sz="3600" dirty="0"/>
              <a:t>ata </a:t>
            </a:r>
            <a:r>
              <a:rPr lang="en-US" sz="3600" dirty="0">
                <a:solidFill>
                  <a:srgbClr val="009193"/>
                </a:solidFill>
              </a:rPr>
              <a:t>M</a:t>
            </a:r>
            <a:r>
              <a:rPr lang="en-US" sz="3600" dirty="0"/>
              <a:t>ining</a:t>
            </a:r>
          </a:p>
        </p:txBody>
      </p:sp>
      <p:cxnSp>
        <p:nvCxnSpPr>
          <p:cNvPr id="17" name="Connettore 1 16">
            <a:extLst>
              <a:ext uri="{FF2B5EF4-FFF2-40B4-BE49-F238E27FC236}">
                <a16:creationId xmlns:a16="http://schemas.microsoft.com/office/drawing/2014/main" id="{D6F288DE-7B36-1745-8291-1D66544FBE52}"/>
              </a:ext>
            </a:extLst>
          </p:cNvPr>
          <p:cNvCxnSpPr/>
          <p:nvPr/>
        </p:nvCxnSpPr>
        <p:spPr>
          <a:xfrm>
            <a:off x="0" y="4283447"/>
            <a:ext cx="8515350" cy="0"/>
          </a:xfrm>
          <a:prstGeom prst="line">
            <a:avLst/>
          </a:prstGeom>
          <a:ln w="76200">
            <a:solidFill>
              <a:srgbClr val="009193"/>
            </a:solidFill>
          </a:ln>
        </p:spPr>
        <p:style>
          <a:lnRef idx="1">
            <a:schemeClr val="accent1"/>
          </a:lnRef>
          <a:fillRef idx="0">
            <a:schemeClr val="accent1"/>
          </a:fillRef>
          <a:effectRef idx="0">
            <a:schemeClr val="accent1"/>
          </a:effectRef>
          <a:fontRef idx="minor">
            <a:schemeClr val="tx1"/>
          </a:fontRef>
        </p:style>
      </p:cxnSp>
      <p:pic>
        <p:nvPicPr>
          <p:cNvPr id="3" name="Immagine 2">
            <a:extLst>
              <a:ext uri="{FF2B5EF4-FFF2-40B4-BE49-F238E27FC236}">
                <a16:creationId xmlns:a16="http://schemas.microsoft.com/office/drawing/2014/main" id="{E3DFDED0-576C-B2ED-983A-BDBA5587C715}"/>
              </a:ext>
            </a:extLst>
          </p:cNvPr>
          <p:cNvPicPr>
            <a:picLocks noChangeAspect="1"/>
          </p:cNvPicPr>
          <p:nvPr/>
        </p:nvPicPr>
        <p:blipFill rotWithShape="1">
          <a:blip r:embed="rId2"/>
          <a:srcRect l="2289"/>
          <a:stretch/>
        </p:blipFill>
        <p:spPr>
          <a:xfrm>
            <a:off x="6031742" y="1166008"/>
            <a:ext cx="2617403" cy="2647121"/>
          </a:xfrm>
          <a:prstGeom prst="rect">
            <a:avLst/>
          </a:prstGeom>
        </p:spPr>
      </p:pic>
    </p:spTree>
    <p:extLst>
      <p:ext uri="{BB962C8B-B14F-4D97-AF65-F5344CB8AC3E}">
        <p14:creationId xmlns:p14="http://schemas.microsoft.com/office/powerpoint/2010/main" val="706568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6181ED-02DC-8D41-9BCE-BF911AA11F2E}"/>
              </a:ext>
            </a:extLst>
          </p:cNvPr>
          <p:cNvSpPr>
            <a:spLocks noGrp="1"/>
          </p:cNvSpPr>
          <p:nvPr>
            <p:ph type="title"/>
          </p:nvPr>
        </p:nvSpPr>
        <p:spPr>
          <a:xfrm>
            <a:off x="398153" y="457200"/>
            <a:ext cx="8280400" cy="533400"/>
          </a:xfrm>
        </p:spPr>
        <p:txBody>
          <a:bodyPr/>
          <a:lstStyle/>
          <a:p>
            <a:r>
              <a:rPr lang="en-US" noProof="0" dirty="0"/>
              <a:t>Why Should There be a Standard Process?</a:t>
            </a:r>
          </a:p>
        </p:txBody>
      </p:sp>
      <p:sp>
        <p:nvSpPr>
          <p:cNvPr id="3" name="Segnaposto contenuto 2">
            <a:extLst>
              <a:ext uri="{FF2B5EF4-FFF2-40B4-BE49-F238E27FC236}">
                <a16:creationId xmlns:a16="http://schemas.microsoft.com/office/drawing/2014/main" id="{57C210A2-48E1-814C-91F1-B32D41895BB1}"/>
              </a:ext>
            </a:extLst>
          </p:cNvPr>
          <p:cNvSpPr>
            <a:spLocks noGrp="1"/>
          </p:cNvSpPr>
          <p:nvPr>
            <p:ph idx="1"/>
          </p:nvPr>
        </p:nvSpPr>
        <p:spPr/>
        <p:txBody>
          <a:bodyPr/>
          <a:lstStyle/>
          <a:p>
            <a:r>
              <a:rPr lang="en-US" noProof="0" dirty="0"/>
              <a:t>The data mining process must be </a:t>
            </a:r>
            <a:r>
              <a:rPr lang="en-US" i="1" noProof="0" dirty="0"/>
              <a:t>reliable</a:t>
            </a:r>
            <a:r>
              <a:rPr lang="en-US" noProof="0" dirty="0"/>
              <a:t> and </a:t>
            </a:r>
            <a:r>
              <a:rPr lang="en-US" i="1" noProof="0" dirty="0"/>
              <a:t>repeatable</a:t>
            </a:r>
            <a:r>
              <a:rPr lang="en-US" noProof="0" dirty="0"/>
              <a:t> by people with little data mining background.</a:t>
            </a:r>
          </a:p>
          <a:p>
            <a:r>
              <a:rPr lang="en-US" noProof="0" dirty="0"/>
              <a:t>Framework for recording experience</a:t>
            </a:r>
          </a:p>
          <a:p>
            <a:pPr lvl="1"/>
            <a:r>
              <a:rPr lang="en-US" noProof="0" dirty="0"/>
              <a:t>Allows projects to be replicated</a:t>
            </a:r>
          </a:p>
          <a:p>
            <a:r>
              <a:rPr lang="en-US" noProof="0" dirty="0"/>
              <a:t>Aid to project planning and management</a:t>
            </a:r>
          </a:p>
          <a:p>
            <a:r>
              <a:rPr lang="en-US" noProof="0" dirty="0"/>
              <a:t>“Comfort factor” for new adopters</a:t>
            </a:r>
          </a:p>
          <a:p>
            <a:pPr lvl="1"/>
            <a:r>
              <a:rPr lang="en-US" noProof="0" dirty="0"/>
              <a:t>Demonstrates maturity of Data Mining</a:t>
            </a:r>
          </a:p>
          <a:p>
            <a:pPr lvl="1"/>
            <a:r>
              <a:rPr lang="en-US" noProof="0" dirty="0"/>
              <a:t>Reduces dependency on “stars”</a:t>
            </a:r>
          </a:p>
        </p:txBody>
      </p:sp>
      <p:sp>
        <p:nvSpPr>
          <p:cNvPr id="4" name="Segnaposto data 3">
            <a:extLst>
              <a:ext uri="{FF2B5EF4-FFF2-40B4-BE49-F238E27FC236}">
                <a16:creationId xmlns:a16="http://schemas.microsoft.com/office/drawing/2014/main" id="{202D9DFB-E82C-DE64-AF8D-74AF344ABF16}"/>
              </a:ext>
            </a:extLst>
          </p:cNvPr>
          <p:cNvSpPr>
            <a:spLocks noGrp="1"/>
          </p:cNvSpPr>
          <p:nvPr>
            <p:ph type="dt" sz="half" idx="10"/>
          </p:nvPr>
        </p:nvSpPr>
        <p:spPr/>
        <p:txBody>
          <a:bodyPr/>
          <a:lstStyle/>
          <a:p>
            <a:pPr>
              <a:defRPr/>
            </a:pPr>
            <a:endParaRPr lang="en-US" dirty="0"/>
          </a:p>
        </p:txBody>
      </p:sp>
      <p:sp>
        <p:nvSpPr>
          <p:cNvPr id="5" name="Segnaposto piè di pagina 4">
            <a:extLst>
              <a:ext uri="{FF2B5EF4-FFF2-40B4-BE49-F238E27FC236}">
                <a16:creationId xmlns:a16="http://schemas.microsoft.com/office/drawing/2014/main" id="{ACE6CA91-7DAB-2B84-3026-C49AE675BD1E}"/>
              </a:ext>
            </a:extLst>
          </p:cNvPr>
          <p:cNvSpPr>
            <a:spLocks noGrp="1"/>
          </p:cNvSpPr>
          <p:nvPr>
            <p:ph type="ftr" sz="quarter" idx="11"/>
          </p:nvPr>
        </p:nvSpPr>
        <p:spPr/>
        <p:txBody>
          <a:bodyPr/>
          <a:lstStyle/>
          <a:p>
            <a:pPr>
              <a:defRPr/>
            </a:pPr>
            <a:r>
              <a:rPr lang="en-US"/>
              <a:t>Introduction to Machine Learning </a:t>
            </a:r>
            <a:endParaRPr lang="en-US" dirty="0"/>
          </a:p>
        </p:txBody>
      </p:sp>
      <p:sp>
        <p:nvSpPr>
          <p:cNvPr id="6" name="Segnaposto numero diapositiva 5">
            <a:extLst>
              <a:ext uri="{FF2B5EF4-FFF2-40B4-BE49-F238E27FC236}">
                <a16:creationId xmlns:a16="http://schemas.microsoft.com/office/drawing/2014/main" id="{F1F6D194-F15C-3ABD-B9D9-8B6F95A2BE38}"/>
              </a:ext>
            </a:extLst>
          </p:cNvPr>
          <p:cNvSpPr>
            <a:spLocks noGrp="1"/>
          </p:cNvSpPr>
          <p:nvPr>
            <p:ph type="sldNum" sz="quarter" idx="12"/>
          </p:nvPr>
        </p:nvSpPr>
        <p:spPr/>
        <p:txBody>
          <a:bodyPr/>
          <a:lstStyle/>
          <a:p>
            <a:pPr>
              <a:defRPr/>
            </a:pPr>
            <a:fld id="{8D7E295D-E0EB-CE4E-83CD-1E1B911A9649}" type="slidenum">
              <a:rPr lang="en-US" altLang="it-IT" smtClean="0"/>
              <a:pPr>
                <a:defRPr/>
              </a:pPr>
              <a:t>3</a:t>
            </a:fld>
            <a:endParaRPr lang="en-US" altLang="it-IT"/>
          </a:p>
        </p:txBody>
      </p:sp>
    </p:spTree>
    <p:extLst>
      <p:ext uri="{BB962C8B-B14F-4D97-AF65-F5344CB8AC3E}">
        <p14:creationId xmlns:p14="http://schemas.microsoft.com/office/powerpoint/2010/main" val="2708373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653A7E1-CADF-3B4C-9A60-D9B02667966D}"/>
              </a:ext>
            </a:extLst>
          </p:cNvPr>
          <p:cNvSpPr>
            <a:spLocks noGrp="1"/>
          </p:cNvSpPr>
          <p:nvPr>
            <p:ph type="title"/>
          </p:nvPr>
        </p:nvSpPr>
        <p:spPr/>
        <p:txBody>
          <a:bodyPr/>
          <a:lstStyle/>
          <a:p>
            <a:r>
              <a:rPr lang="en-US" noProof="0" dirty="0"/>
              <a:t>CRISP-DM</a:t>
            </a:r>
          </a:p>
        </p:txBody>
      </p:sp>
      <p:sp>
        <p:nvSpPr>
          <p:cNvPr id="3" name="Segnaposto contenuto 2">
            <a:extLst>
              <a:ext uri="{FF2B5EF4-FFF2-40B4-BE49-F238E27FC236}">
                <a16:creationId xmlns:a16="http://schemas.microsoft.com/office/drawing/2014/main" id="{E878FE02-5A13-604D-B9DD-EE66613D7FF9}"/>
              </a:ext>
            </a:extLst>
          </p:cNvPr>
          <p:cNvSpPr>
            <a:spLocks noGrp="1"/>
          </p:cNvSpPr>
          <p:nvPr>
            <p:ph idx="1"/>
          </p:nvPr>
        </p:nvSpPr>
        <p:spPr/>
        <p:txBody>
          <a:bodyPr/>
          <a:lstStyle/>
          <a:p>
            <a:r>
              <a:rPr lang="en-US" noProof="0" dirty="0"/>
              <a:t>Non-proprietary</a:t>
            </a:r>
          </a:p>
          <a:p>
            <a:r>
              <a:rPr lang="en-US" noProof="0" dirty="0"/>
              <a:t>Application/Industry neutral</a:t>
            </a:r>
          </a:p>
          <a:p>
            <a:r>
              <a:rPr lang="en-US" noProof="0" dirty="0"/>
              <a:t>Tool neutral</a:t>
            </a:r>
          </a:p>
          <a:p>
            <a:r>
              <a:rPr lang="en-US" noProof="0" dirty="0"/>
              <a:t>Focus on business issues</a:t>
            </a:r>
          </a:p>
          <a:p>
            <a:pPr lvl="1"/>
            <a:r>
              <a:rPr lang="en-US" noProof="0" dirty="0"/>
              <a:t>As well as technical analysis</a:t>
            </a:r>
          </a:p>
          <a:p>
            <a:r>
              <a:rPr lang="en-US" noProof="0" dirty="0"/>
              <a:t>Framework for guidance</a:t>
            </a:r>
          </a:p>
          <a:p>
            <a:r>
              <a:rPr lang="en-US" noProof="0" dirty="0"/>
              <a:t>Experience base</a:t>
            </a:r>
          </a:p>
          <a:p>
            <a:pPr lvl="1"/>
            <a:r>
              <a:rPr lang="en-US" noProof="0" dirty="0"/>
              <a:t>Templates for Analysis</a:t>
            </a:r>
          </a:p>
        </p:txBody>
      </p:sp>
      <p:pic>
        <p:nvPicPr>
          <p:cNvPr id="5" name="Immagine 4">
            <a:extLst>
              <a:ext uri="{FF2B5EF4-FFF2-40B4-BE49-F238E27FC236}">
                <a16:creationId xmlns:a16="http://schemas.microsoft.com/office/drawing/2014/main" id="{A9F0F325-2636-4D4B-B73B-1A1E6657A247}"/>
              </a:ext>
            </a:extLst>
          </p:cNvPr>
          <p:cNvPicPr>
            <a:picLocks noChangeAspect="1"/>
          </p:cNvPicPr>
          <p:nvPr/>
        </p:nvPicPr>
        <p:blipFill rotWithShape="1">
          <a:blip r:embed="rId2"/>
          <a:srcRect l="2289"/>
          <a:stretch/>
        </p:blipFill>
        <p:spPr>
          <a:xfrm>
            <a:off x="5039139" y="2125266"/>
            <a:ext cx="3155053" cy="3190875"/>
          </a:xfrm>
          <a:prstGeom prst="rect">
            <a:avLst/>
          </a:prstGeom>
        </p:spPr>
      </p:pic>
      <p:sp>
        <p:nvSpPr>
          <p:cNvPr id="4" name="Segnaposto data 3">
            <a:extLst>
              <a:ext uri="{FF2B5EF4-FFF2-40B4-BE49-F238E27FC236}">
                <a16:creationId xmlns:a16="http://schemas.microsoft.com/office/drawing/2014/main" id="{99FFE621-C3C4-3EB8-263A-513A04466BFF}"/>
              </a:ext>
            </a:extLst>
          </p:cNvPr>
          <p:cNvSpPr>
            <a:spLocks noGrp="1"/>
          </p:cNvSpPr>
          <p:nvPr>
            <p:ph type="dt" sz="half" idx="10"/>
          </p:nvPr>
        </p:nvSpPr>
        <p:spPr/>
        <p:txBody>
          <a:bodyPr/>
          <a:lstStyle/>
          <a:p>
            <a:pPr>
              <a:defRPr/>
            </a:pPr>
            <a:endParaRPr lang="en-US" dirty="0"/>
          </a:p>
        </p:txBody>
      </p:sp>
      <p:sp>
        <p:nvSpPr>
          <p:cNvPr id="6" name="Segnaposto piè di pagina 5">
            <a:extLst>
              <a:ext uri="{FF2B5EF4-FFF2-40B4-BE49-F238E27FC236}">
                <a16:creationId xmlns:a16="http://schemas.microsoft.com/office/drawing/2014/main" id="{EFBB6296-7314-C959-48C6-81BA3F4E1935}"/>
              </a:ext>
            </a:extLst>
          </p:cNvPr>
          <p:cNvSpPr>
            <a:spLocks noGrp="1"/>
          </p:cNvSpPr>
          <p:nvPr>
            <p:ph type="ftr" sz="quarter" idx="11"/>
          </p:nvPr>
        </p:nvSpPr>
        <p:spPr/>
        <p:txBody>
          <a:bodyPr/>
          <a:lstStyle/>
          <a:p>
            <a:pPr>
              <a:defRPr/>
            </a:pPr>
            <a:r>
              <a:rPr lang="en-US"/>
              <a:t>Introduction to Machine Learning </a:t>
            </a:r>
            <a:endParaRPr lang="en-US" dirty="0"/>
          </a:p>
        </p:txBody>
      </p:sp>
      <p:sp>
        <p:nvSpPr>
          <p:cNvPr id="7" name="Segnaposto numero diapositiva 6">
            <a:extLst>
              <a:ext uri="{FF2B5EF4-FFF2-40B4-BE49-F238E27FC236}">
                <a16:creationId xmlns:a16="http://schemas.microsoft.com/office/drawing/2014/main" id="{BD90B765-FDE4-2E67-2D3A-96B3AC15FD57}"/>
              </a:ext>
            </a:extLst>
          </p:cNvPr>
          <p:cNvSpPr>
            <a:spLocks noGrp="1"/>
          </p:cNvSpPr>
          <p:nvPr>
            <p:ph type="sldNum" sz="quarter" idx="12"/>
          </p:nvPr>
        </p:nvSpPr>
        <p:spPr/>
        <p:txBody>
          <a:bodyPr/>
          <a:lstStyle/>
          <a:p>
            <a:pPr>
              <a:defRPr/>
            </a:pPr>
            <a:fld id="{8D7E295D-E0EB-CE4E-83CD-1E1B911A9649}" type="slidenum">
              <a:rPr lang="en-US" altLang="it-IT" smtClean="0"/>
              <a:pPr>
                <a:defRPr/>
              </a:pPr>
              <a:t>4</a:t>
            </a:fld>
            <a:endParaRPr lang="en-US" altLang="it-IT"/>
          </a:p>
        </p:txBody>
      </p:sp>
    </p:spTree>
    <p:extLst>
      <p:ext uri="{BB962C8B-B14F-4D97-AF65-F5344CB8AC3E}">
        <p14:creationId xmlns:p14="http://schemas.microsoft.com/office/powerpoint/2010/main" val="727603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olo 1">
            <a:extLst>
              <a:ext uri="{FF2B5EF4-FFF2-40B4-BE49-F238E27FC236}">
                <a16:creationId xmlns:a16="http://schemas.microsoft.com/office/drawing/2014/main" id="{493D4A49-3C25-3F8E-BED1-EF7B9C3E18E7}"/>
              </a:ext>
            </a:extLst>
          </p:cNvPr>
          <p:cNvSpPr>
            <a:spLocks noGrp="1" noChangeArrowheads="1"/>
          </p:cNvSpPr>
          <p:nvPr>
            <p:ph type="title"/>
          </p:nvPr>
        </p:nvSpPr>
        <p:spPr/>
        <p:txBody>
          <a:bodyPr/>
          <a:lstStyle/>
          <a:p>
            <a:r>
              <a:rPr lang="it-IT" altLang="it-IT" dirty="0">
                <a:ea typeface="ＭＳ Ｐゴシック" panose="020B0600070205080204" pitchFamily="34" charset="-128"/>
              </a:rPr>
              <a:t>CRISP Model - </a:t>
            </a:r>
            <a:r>
              <a:rPr lang="it-IT" altLang="it-IT" dirty="0" err="1">
                <a:ea typeface="ＭＳ Ｐゴシック" panose="020B0600070205080204" pitchFamily="34" charset="-128"/>
              </a:rPr>
              <a:t>Overview</a:t>
            </a:r>
            <a:endParaRPr lang="it-IT" altLang="it-IT" dirty="0">
              <a:ea typeface="ＭＳ Ｐゴシック" panose="020B0600070205080204" pitchFamily="34" charset="-128"/>
            </a:endParaRPr>
          </a:p>
        </p:txBody>
      </p:sp>
      <p:sp>
        <p:nvSpPr>
          <p:cNvPr id="112642" name="Segnaposto contenuto 3">
            <a:extLst>
              <a:ext uri="{FF2B5EF4-FFF2-40B4-BE49-F238E27FC236}">
                <a16:creationId xmlns:a16="http://schemas.microsoft.com/office/drawing/2014/main" id="{C56CB67B-16BD-4AEE-77AE-584B1157EAE8}"/>
              </a:ext>
            </a:extLst>
          </p:cNvPr>
          <p:cNvSpPr>
            <a:spLocks noGrp="1" noChangeArrowheads="1"/>
          </p:cNvSpPr>
          <p:nvPr>
            <p:ph idx="1"/>
          </p:nvPr>
        </p:nvSpPr>
        <p:spPr/>
        <p:txBody>
          <a:bodyPr/>
          <a:lstStyle/>
          <a:p>
            <a:endParaRPr lang="it-IT" altLang="it-IT">
              <a:ea typeface="ＭＳ Ｐゴシック" panose="020B0600070205080204" pitchFamily="34" charset="-128"/>
            </a:endParaRPr>
          </a:p>
        </p:txBody>
      </p:sp>
      <p:sp>
        <p:nvSpPr>
          <p:cNvPr id="3" name="Segnaposto piè di pagina 2">
            <a:extLst>
              <a:ext uri="{FF2B5EF4-FFF2-40B4-BE49-F238E27FC236}">
                <a16:creationId xmlns:a16="http://schemas.microsoft.com/office/drawing/2014/main" id="{124CBAED-30C4-561E-36BD-7113EDA49A37}"/>
              </a:ext>
            </a:extLst>
          </p:cNvPr>
          <p:cNvSpPr>
            <a:spLocks noGrp="1"/>
          </p:cNvSpPr>
          <p:nvPr>
            <p:ph type="ftr" sz="quarter" idx="11"/>
          </p:nvPr>
        </p:nvSpPr>
        <p:spPr/>
        <p:txBody>
          <a:bodyPr/>
          <a:lstStyle/>
          <a:p>
            <a:pPr>
              <a:defRPr/>
            </a:pPr>
            <a:r>
              <a:rPr lang="it-IT"/>
              <a:t>Introduction to Machine Learning </a:t>
            </a:r>
          </a:p>
        </p:txBody>
      </p:sp>
      <p:pic>
        <p:nvPicPr>
          <p:cNvPr id="112644" name="Picture 7">
            <a:extLst>
              <a:ext uri="{FF2B5EF4-FFF2-40B4-BE49-F238E27FC236}">
                <a16:creationId xmlns:a16="http://schemas.microsoft.com/office/drawing/2014/main" id="{9D1F0CE1-069C-2379-995F-7693C54006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223963"/>
            <a:ext cx="5410200" cy="508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egnaposto data 3">
            <a:extLst>
              <a:ext uri="{FF2B5EF4-FFF2-40B4-BE49-F238E27FC236}">
                <a16:creationId xmlns:a16="http://schemas.microsoft.com/office/drawing/2014/main" id="{FDCE1F3A-65EB-744F-6D7B-A88F1C42B9A0}"/>
              </a:ext>
            </a:extLst>
          </p:cNvPr>
          <p:cNvSpPr>
            <a:spLocks noGrp="1"/>
          </p:cNvSpPr>
          <p:nvPr>
            <p:ph type="dt" sz="quarter" idx="10"/>
          </p:nvPr>
        </p:nvSpPr>
        <p:spPr/>
        <p:txBody>
          <a:bodyPr/>
          <a:lstStyle/>
          <a:p>
            <a:pPr>
              <a:defRPr/>
            </a:pPr>
            <a:endParaRPr lang="en-US" dirty="0"/>
          </a:p>
        </p:txBody>
      </p:sp>
      <p:sp>
        <p:nvSpPr>
          <p:cNvPr id="112646" name="Segnaposto numero diapositiva 4">
            <a:extLst>
              <a:ext uri="{FF2B5EF4-FFF2-40B4-BE49-F238E27FC236}">
                <a16:creationId xmlns:a16="http://schemas.microsoft.com/office/drawing/2014/main" id="{1B44AA79-CD12-BC02-E54E-BB95D1C32CE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b="1">
                <a:solidFill>
                  <a:schemeClr val="tx1"/>
                </a:solidFill>
                <a:latin typeface="Arial" panose="020B0604020202020204" pitchFamily="34" charset="0"/>
                <a:ea typeface="ＭＳ Ｐゴシック" panose="020B0600070205080204" pitchFamily="34" charset="-128"/>
              </a:defRPr>
            </a:lvl1pPr>
            <a:lvl2pPr marL="742950" indent="-285750">
              <a:defRPr sz="1400" b="1">
                <a:solidFill>
                  <a:schemeClr val="tx1"/>
                </a:solidFill>
                <a:latin typeface="Arial" panose="020B0604020202020204" pitchFamily="34" charset="0"/>
                <a:ea typeface="ＭＳ Ｐゴシック" panose="020B0600070205080204" pitchFamily="34" charset="-128"/>
              </a:defRPr>
            </a:lvl2pPr>
            <a:lvl3pPr marL="1143000" indent="-228600">
              <a:defRPr sz="1400" b="1">
                <a:solidFill>
                  <a:schemeClr val="tx1"/>
                </a:solidFill>
                <a:latin typeface="Arial" panose="020B0604020202020204" pitchFamily="34" charset="0"/>
                <a:ea typeface="ＭＳ Ｐゴシック" panose="020B0600070205080204" pitchFamily="34" charset="-128"/>
              </a:defRPr>
            </a:lvl3pPr>
            <a:lvl4pPr marL="1600200" indent="-228600">
              <a:defRPr sz="1400" b="1">
                <a:solidFill>
                  <a:schemeClr val="tx1"/>
                </a:solidFill>
                <a:latin typeface="Arial" panose="020B0604020202020204" pitchFamily="34" charset="0"/>
                <a:ea typeface="ＭＳ Ｐゴシック" panose="020B0600070205080204" pitchFamily="34" charset="-128"/>
              </a:defRPr>
            </a:lvl4pPr>
            <a:lvl5pPr marL="2057400" indent="-228600">
              <a:defRPr sz="1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9pPr>
          </a:lstStyle>
          <a:p>
            <a:fld id="{980966B1-72E9-5648-8E94-6B9BF380FC98}" type="slidenum">
              <a:rPr lang="en-US" altLang="it-IT" sz="1200">
                <a:solidFill>
                  <a:srgbClr val="898989"/>
                </a:solidFill>
              </a:rPr>
              <a:pPr/>
              <a:t>5</a:t>
            </a:fld>
            <a:endParaRPr lang="en-US" altLang="it-IT" sz="1200">
              <a:solidFill>
                <a:srgbClr val="898989"/>
              </a:solidFill>
            </a:endParaRPr>
          </a:p>
        </p:txBody>
      </p:sp>
    </p:spTree>
    <p:extLst>
      <p:ext uri="{BB962C8B-B14F-4D97-AF65-F5344CB8AC3E}">
        <p14:creationId xmlns:p14="http://schemas.microsoft.com/office/powerpoint/2010/main" val="582741146"/>
      </p:ext>
    </p:extLst>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A81D20-CA1A-5F4C-B4E2-46AB0BFF0DA1}"/>
              </a:ext>
            </a:extLst>
          </p:cNvPr>
          <p:cNvSpPr>
            <a:spLocks noGrp="1"/>
          </p:cNvSpPr>
          <p:nvPr>
            <p:ph type="title"/>
          </p:nvPr>
        </p:nvSpPr>
        <p:spPr/>
        <p:txBody>
          <a:bodyPr/>
          <a:lstStyle/>
          <a:p>
            <a:r>
              <a:rPr lang="en-US" noProof="0" dirty="0"/>
              <a:t>Phases</a:t>
            </a:r>
          </a:p>
        </p:txBody>
      </p:sp>
      <p:sp>
        <p:nvSpPr>
          <p:cNvPr id="3" name="Segnaposto contenuto 2">
            <a:extLst>
              <a:ext uri="{FF2B5EF4-FFF2-40B4-BE49-F238E27FC236}">
                <a16:creationId xmlns:a16="http://schemas.microsoft.com/office/drawing/2014/main" id="{FBA6D7A1-09FC-4B41-B6E4-3C96A9EA352D}"/>
              </a:ext>
            </a:extLst>
          </p:cNvPr>
          <p:cNvSpPr>
            <a:spLocks noGrp="1"/>
          </p:cNvSpPr>
          <p:nvPr>
            <p:ph idx="1"/>
          </p:nvPr>
        </p:nvSpPr>
        <p:spPr/>
        <p:txBody>
          <a:bodyPr>
            <a:normAutofit fontScale="70000" lnSpcReduction="20000"/>
          </a:bodyPr>
          <a:lstStyle/>
          <a:p>
            <a:r>
              <a:rPr lang="en-US" b="1" noProof="0" dirty="0"/>
              <a:t>Business Understanding</a:t>
            </a:r>
          </a:p>
          <a:p>
            <a:pPr lvl="1"/>
            <a:r>
              <a:rPr lang="en-US" noProof="0" dirty="0"/>
              <a:t>Project objectives and requirements understanding, Data mining problem definition</a:t>
            </a:r>
          </a:p>
          <a:p>
            <a:r>
              <a:rPr lang="en-US" b="1" noProof="0" dirty="0"/>
              <a:t>Data Understanding</a:t>
            </a:r>
          </a:p>
          <a:p>
            <a:pPr lvl="1"/>
            <a:r>
              <a:rPr lang="en-US" noProof="0" dirty="0"/>
              <a:t>Initial data collection and familiarization, Data quality problems identification</a:t>
            </a:r>
          </a:p>
          <a:p>
            <a:r>
              <a:rPr lang="en-US" b="1" noProof="0" dirty="0"/>
              <a:t>Data Preparation</a:t>
            </a:r>
          </a:p>
          <a:p>
            <a:pPr lvl="1"/>
            <a:r>
              <a:rPr lang="en-US" noProof="0" dirty="0"/>
              <a:t>Table, record and attribute selection, Data transformation and cleaning</a:t>
            </a:r>
          </a:p>
          <a:p>
            <a:r>
              <a:rPr lang="en-US" b="1" noProof="0" dirty="0"/>
              <a:t>Modeling</a:t>
            </a:r>
          </a:p>
          <a:p>
            <a:pPr lvl="1"/>
            <a:r>
              <a:rPr lang="en-US" noProof="0" dirty="0"/>
              <a:t>Modeling techniques selection and application, Parameters calibration</a:t>
            </a:r>
          </a:p>
          <a:p>
            <a:r>
              <a:rPr lang="en-US" b="1" noProof="0" dirty="0"/>
              <a:t>Evaluation</a:t>
            </a:r>
          </a:p>
          <a:p>
            <a:pPr lvl="1"/>
            <a:r>
              <a:rPr lang="en-US" noProof="0" dirty="0"/>
              <a:t>Business objectives &amp; issues achievement evaluation</a:t>
            </a:r>
          </a:p>
          <a:p>
            <a:r>
              <a:rPr lang="en-US" b="1" noProof="0" dirty="0"/>
              <a:t>Deployment</a:t>
            </a:r>
          </a:p>
          <a:p>
            <a:pPr lvl="1"/>
            <a:r>
              <a:rPr lang="en-US" noProof="0" dirty="0"/>
              <a:t>Result model deployment, Repeatable data mining process implementation</a:t>
            </a:r>
          </a:p>
        </p:txBody>
      </p:sp>
      <p:sp>
        <p:nvSpPr>
          <p:cNvPr id="4" name="Segnaposto data 3">
            <a:extLst>
              <a:ext uri="{FF2B5EF4-FFF2-40B4-BE49-F238E27FC236}">
                <a16:creationId xmlns:a16="http://schemas.microsoft.com/office/drawing/2014/main" id="{A17FD2E9-290B-769B-80DA-F0B64C56475E}"/>
              </a:ext>
            </a:extLst>
          </p:cNvPr>
          <p:cNvSpPr>
            <a:spLocks noGrp="1"/>
          </p:cNvSpPr>
          <p:nvPr>
            <p:ph type="dt" sz="half" idx="10"/>
          </p:nvPr>
        </p:nvSpPr>
        <p:spPr/>
        <p:txBody>
          <a:bodyPr/>
          <a:lstStyle/>
          <a:p>
            <a:pPr>
              <a:defRPr/>
            </a:pPr>
            <a:endParaRPr lang="en-US" dirty="0"/>
          </a:p>
        </p:txBody>
      </p:sp>
      <p:sp>
        <p:nvSpPr>
          <p:cNvPr id="5" name="Segnaposto piè di pagina 4">
            <a:extLst>
              <a:ext uri="{FF2B5EF4-FFF2-40B4-BE49-F238E27FC236}">
                <a16:creationId xmlns:a16="http://schemas.microsoft.com/office/drawing/2014/main" id="{2957CFAA-C8E1-D2D6-63A8-A73D726E5CF6}"/>
              </a:ext>
            </a:extLst>
          </p:cNvPr>
          <p:cNvSpPr>
            <a:spLocks noGrp="1"/>
          </p:cNvSpPr>
          <p:nvPr>
            <p:ph type="ftr" sz="quarter" idx="11"/>
          </p:nvPr>
        </p:nvSpPr>
        <p:spPr/>
        <p:txBody>
          <a:bodyPr/>
          <a:lstStyle/>
          <a:p>
            <a:pPr>
              <a:defRPr/>
            </a:pPr>
            <a:r>
              <a:rPr lang="en-US"/>
              <a:t>Introduction to Machine Learning </a:t>
            </a:r>
            <a:endParaRPr lang="en-US" dirty="0"/>
          </a:p>
        </p:txBody>
      </p:sp>
      <p:sp>
        <p:nvSpPr>
          <p:cNvPr id="6" name="Segnaposto numero diapositiva 5">
            <a:extLst>
              <a:ext uri="{FF2B5EF4-FFF2-40B4-BE49-F238E27FC236}">
                <a16:creationId xmlns:a16="http://schemas.microsoft.com/office/drawing/2014/main" id="{3D9618B0-FD7B-7F77-6338-C86348CF2446}"/>
              </a:ext>
            </a:extLst>
          </p:cNvPr>
          <p:cNvSpPr>
            <a:spLocks noGrp="1"/>
          </p:cNvSpPr>
          <p:nvPr>
            <p:ph type="sldNum" sz="quarter" idx="12"/>
          </p:nvPr>
        </p:nvSpPr>
        <p:spPr/>
        <p:txBody>
          <a:bodyPr/>
          <a:lstStyle/>
          <a:p>
            <a:pPr>
              <a:defRPr/>
            </a:pPr>
            <a:fld id="{8D7E295D-E0EB-CE4E-83CD-1E1B911A9649}" type="slidenum">
              <a:rPr lang="en-US" altLang="it-IT" smtClean="0"/>
              <a:pPr>
                <a:defRPr/>
              </a:pPr>
              <a:t>6</a:t>
            </a:fld>
            <a:endParaRPr lang="en-US" altLang="it-IT"/>
          </a:p>
        </p:txBody>
      </p:sp>
    </p:spTree>
    <p:extLst>
      <p:ext uri="{BB962C8B-B14F-4D97-AF65-F5344CB8AC3E}">
        <p14:creationId xmlns:p14="http://schemas.microsoft.com/office/powerpoint/2010/main" val="205212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A81D20-CA1A-5F4C-B4E2-46AB0BFF0DA1}"/>
              </a:ext>
            </a:extLst>
          </p:cNvPr>
          <p:cNvSpPr>
            <a:spLocks noGrp="1"/>
          </p:cNvSpPr>
          <p:nvPr>
            <p:ph type="title"/>
          </p:nvPr>
        </p:nvSpPr>
        <p:spPr/>
        <p:txBody>
          <a:bodyPr/>
          <a:lstStyle/>
          <a:p>
            <a:r>
              <a:rPr lang="en-US" noProof="0" dirty="0"/>
              <a:t>Phases</a:t>
            </a:r>
          </a:p>
        </p:txBody>
      </p:sp>
      <p:sp>
        <p:nvSpPr>
          <p:cNvPr id="3" name="Segnaposto contenuto 2">
            <a:extLst>
              <a:ext uri="{FF2B5EF4-FFF2-40B4-BE49-F238E27FC236}">
                <a16:creationId xmlns:a16="http://schemas.microsoft.com/office/drawing/2014/main" id="{FBA6D7A1-09FC-4B41-B6E4-3C96A9EA352D}"/>
              </a:ext>
            </a:extLst>
          </p:cNvPr>
          <p:cNvSpPr>
            <a:spLocks noGrp="1"/>
          </p:cNvSpPr>
          <p:nvPr>
            <p:ph idx="1"/>
          </p:nvPr>
        </p:nvSpPr>
        <p:spPr/>
        <p:txBody>
          <a:bodyPr>
            <a:normAutofit fontScale="70000" lnSpcReduction="20000"/>
          </a:bodyPr>
          <a:lstStyle/>
          <a:p>
            <a:r>
              <a:rPr lang="en-US" b="1" noProof="0" dirty="0">
                <a:highlight>
                  <a:srgbClr val="FFFF00"/>
                </a:highlight>
              </a:rPr>
              <a:t>Business Understanding</a:t>
            </a:r>
          </a:p>
          <a:p>
            <a:pPr lvl="1"/>
            <a:r>
              <a:rPr lang="en-US" noProof="0" dirty="0">
                <a:highlight>
                  <a:srgbClr val="FFFF00"/>
                </a:highlight>
              </a:rPr>
              <a:t>Project objectives and requirements understanding, Data mining problem definition</a:t>
            </a:r>
          </a:p>
          <a:p>
            <a:r>
              <a:rPr lang="en-US" b="1" noProof="0" dirty="0"/>
              <a:t>Data Understanding</a:t>
            </a:r>
          </a:p>
          <a:p>
            <a:pPr lvl="1"/>
            <a:r>
              <a:rPr lang="en-US" noProof="0" dirty="0"/>
              <a:t>Initial data collection and familiarization, Data quality problems identification</a:t>
            </a:r>
          </a:p>
          <a:p>
            <a:r>
              <a:rPr lang="en-US" b="1" noProof="0" dirty="0"/>
              <a:t>Data Preparation</a:t>
            </a:r>
          </a:p>
          <a:p>
            <a:pPr lvl="1"/>
            <a:r>
              <a:rPr lang="en-US" noProof="0" dirty="0"/>
              <a:t>Table, record and attribute selection, Data transformation and cleaning</a:t>
            </a:r>
          </a:p>
          <a:p>
            <a:r>
              <a:rPr lang="en-US" b="1" noProof="0" dirty="0"/>
              <a:t>Modeling</a:t>
            </a:r>
          </a:p>
          <a:p>
            <a:pPr lvl="1"/>
            <a:r>
              <a:rPr lang="en-US" noProof="0" dirty="0"/>
              <a:t>Modeling techniques selection and application, Parameters calibration</a:t>
            </a:r>
          </a:p>
          <a:p>
            <a:r>
              <a:rPr lang="en-US" b="1" noProof="0" dirty="0"/>
              <a:t>Evaluation</a:t>
            </a:r>
          </a:p>
          <a:p>
            <a:pPr lvl="1"/>
            <a:r>
              <a:rPr lang="en-US" noProof="0" dirty="0"/>
              <a:t>Business objectives &amp; issues achievement evaluation</a:t>
            </a:r>
          </a:p>
          <a:p>
            <a:r>
              <a:rPr lang="en-US" b="1" noProof="0" dirty="0">
                <a:highlight>
                  <a:srgbClr val="FFFF00"/>
                </a:highlight>
              </a:rPr>
              <a:t>Deployment</a:t>
            </a:r>
          </a:p>
          <a:p>
            <a:pPr lvl="1"/>
            <a:r>
              <a:rPr lang="en-US" noProof="0" dirty="0">
                <a:highlight>
                  <a:srgbClr val="FFFF00"/>
                </a:highlight>
              </a:rPr>
              <a:t>Result model deployment, Repeatable data mining process implementation</a:t>
            </a:r>
          </a:p>
        </p:txBody>
      </p:sp>
      <p:sp>
        <p:nvSpPr>
          <p:cNvPr id="4" name="Segnaposto data 3">
            <a:extLst>
              <a:ext uri="{FF2B5EF4-FFF2-40B4-BE49-F238E27FC236}">
                <a16:creationId xmlns:a16="http://schemas.microsoft.com/office/drawing/2014/main" id="{3D93CAA4-CB9D-BAE8-1BFC-E9B4AF879EEB}"/>
              </a:ext>
            </a:extLst>
          </p:cNvPr>
          <p:cNvSpPr>
            <a:spLocks noGrp="1"/>
          </p:cNvSpPr>
          <p:nvPr>
            <p:ph type="dt" sz="half" idx="10"/>
          </p:nvPr>
        </p:nvSpPr>
        <p:spPr/>
        <p:txBody>
          <a:bodyPr/>
          <a:lstStyle/>
          <a:p>
            <a:pPr>
              <a:defRPr/>
            </a:pPr>
            <a:endParaRPr lang="en-US" dirty="0"/>
          </a:p>
        </p:txBody>
      </p:sp>
      <p:sp>
        <p:nvSpPr>
          <p:cNvPr id="5" name="Segnaposto piè di pagina 4">
            <a:extLst>
              <a:ext uri="{FF2B5EF4-FFF2-40B4-BE49-F238E27FC236}">
                <a16:creationId xmlns:a16="http://schemas.microsoft.com/office/drawing/2014/main" id="{8112F0E7-42C7-DD32-3FE6-C2A86C8B871E}"/>
              </a:ext>
            </a:extLst>
          </p:cNvPr>
          <p:cNvSpPr>
            <a:spLocks noGrp="1"/>
          </p:cNvSpPr>
          <p:nvPr>
            <p:ph type="ftr" sz="quarter" idx="11"/>
          </p:nvPr>
        </p:nvSpPr>
        <p:spPr/>
        <p:txBody>
          <a:bodyPr/>
          <a:lstStyle/>
          <a:p>
            <a:pPr>
              <a:defRPr/>
            </a:pPr>
            <a:r>
              <a:rPr lang="en-US"/>
              <a:t>Introduction to Machine Learning </a:t>
            </a:r>
            <a:endParaRPr lang="en-US" dirty="0"/>
          </a:p>
        </p:txBody>
      </p:sp>
      <p:sp>
        <p:nvSpPr>
          <p:cNvPr id="6" name="Segnaposto numero diapositiva 5">
            <a:extLst>
              <a:ext uri="{FF2B5EF4-FFF2-40B4-BE49-F238E27FC236}">
                <a16:creationId xmlns:a16="http://schemas.microsoft.com/office/drawing/2014/main" id="{448772AD-12B8-E874-DEAA-01A6936F9473}"/>
              </a:ext>
            </a:extLst>
          </p:cNvPr>
          <p:cNvSpPr>
            <a:spLocks noGrp="1"/>
          </p:cNvSpPr>
          <p:nvPr>
            <p:ph type="sldNum" sz="quarter" idx="12"/>
          </p:nvPr>
        </p:nvSpPr>
        <p:spPr/>
        <p:txBody>
          <a:bodyPr/>
          <a:lstStyle/>
          <a:p>
            <a:pPr>
              <a:defRPr/>
            </a:pPr>
            <a:fld id="{8D7E295D-E0EB-CE4E-83CD-1E1B911A9649}" type="slidenum">
              <a:rPr lang="en-US" altLang="it-IT" smtClean="0"/>
              <a:pPr>
                <a:defRPr/>
              </a:pPr>
              <a:t>7</a:t>
            </a:fld>
            <a:endParaRPr lang="en-US" altLang="it-IT"/>
          </a:p>
        </p:txBody>
      </p:sp>
    </p:spTree>
    <p:extLst>
      <p:ext uri="{BB962C8B-B14F-4D97-AF65-F5344CB8AC3E}">
        <p14:creationId xmlns:p14="http://schemas.microsoft.com/office/powerpoint/2010/main" val="2458493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1111805-E178-9840-84D8-1A08B8AE85BA}"/>
              </a:ext>
            </a:extLst>
          </p:cNvPr>
          <p:cNvSpPr>
            <a:spLocks noGrp="1"/>
          </p:cNvSpPr>
          <p:nvPr>
            <p:ph type="title"/>
          </p:nvPr>
        </p:nvSpPr>
        <p:spPr/>
        <p:txBody>
          <a:bodyPr/>
          <a:lstStyle/>
          <a:p>
            <a:r>
              <a:rPr lang="en-US" noProof="0" dirty="0"/>
              <a:t>Phases and Tasks</a:t>
            </a:r>
          </a:p>
        </p:txBody>
      </p:sp>
      <p:pic>
        <p:nvPicPr>
          <p:cNvPr id="9" name="Segnaposto contenuto 8">
            <a:extLst>
              <a:ext uri="{FF2B5EF4-FFF2-40B4-BE49-F238E27FC236}">
                <a16:creationId xmlns:a16="http://schemas.microsoft.com/office/drawing/2014/main" id="{75A021E7-B033-8C4A-BABC-4D57B0340D38}"/>
              </a:ext>
            </a:extLst>
          </p:cNvPr>
          <p:cNvPicPr>
            <a:picLocks noGrp="1" noChangeAspect="1"/>
          </p:cNvPicPr>
          <p:nvPr>
            <p:ph idx="1"/>
          </p:nvPr>
        </p:nvPicPr>
        <p:blipFill>
          <a:blip r:embed="rId2"/>
          <a:stretch>
            <a:fillRect/>
          </a:stretch>
        </p:blipFill>
        <p:spPr>
          <a:xfrm>
            <a:off x="1391964" y="1967715"/>
            <a:ext cx="6360073" cy="4033035"/>
          </a:xfrm>
        </p:spPr>
      </p:pic>
      <p:sp>
        <p:nvSpPr>
          <p:cNvPr id="3" name="Segnaposto data 2">
            <a:extLst>
              <a:ext uri="{FF2B5EF4-FFF2-40B4-BE49-F238E27FC236}">
                <a16:creationId xmlns:a16="http://schemas.microsoft.com/office/drawing/2014/main" id="{DEBE5172-3AA8-3D98-972E-BC483F125B5C}"/>
              </a:ext>
            </a:extLst>
          </p:cNvPr>
          <p:cNvSpPr>
            <a:spLocks noGrp="1"/>
          </p:cNvSpPr>
          <p:nvPr>
            <p:ph type="dt" sz="half" idx="10"/>
          </p:nvPr>
        </p:nvSpPr>
        <p:spPr/>
        <p:txBody>
          <a:bodyPr/>
          <a:lstStyle/>
          <a:p>
            <a:pPr>
              <a:defRPr/>
            </a:pPr>
            <a:endParaRPr lang="en-US" dirty="0"/>
          </a:p>
        </p:txBody>
      </p:sp>
      <p:sp>
        <p:nvSpPr>
          <p:cNvPr id="4" name="Segnaposto piè di pagina 3">
            <a:extLst>
              <a:ext uri="{FF2B5EF4-FFF2-40B4-BE49-F238E27FC236}">
                <a16:creationId xmlns:a16="http://schemas.microsoft.com/office/drawing/2014/main" id="{0C93DF73-84BA-30A9-E7C8-56D4235E2C70}"/>
              </a:ext>
            </a:extLst>
          </p:cNvPr>
          <p:cNvSpPr>
            <a:spLocks noGrp="1"/>
          </p:cNvSpPr>
          <p:nvPr>
            <p:ph type="ftr" sz="quarter" idx="11"/>
          </p:nvPr>
        </p:nvSpPr>
        <p:spPr/>
        <p:txBody>
          <a:bodyPr/>
          <a:lstStyle/>
          <a:p>
            <a:pPr>
              <a:defRPr/>
            </a:pPr>
            <a:r>
              <a:rPr lang="en-US"/>
              <a:t>Introduction to Machine Learning </a:t>
            </a:r>
            <a:endParaRPr lang="en-US" dirty="0"/>
          </a:p>
        </p:txBody>
      </p:sp>
      <p:sp>
        <p:nvSpPr>
          <p:cNvPr id="5" name="Segnaposto numero diapositiva 4">
            <a:extLst>
              <a:ext uri="{FF2B5EF4-FFF2-40B4-BE49-F238E27FC236}">
                <a16:creationId xmlns:a16="http://schemas.microsoft.com/office/drawing/2014/main" id="{37BA0118-E716-2516-B508-A8EB64675D9B}"/>
              </a:ext>
            </a:extLst>
          </p:cNvPr>
          <p:cNvSpPr>
            <a:spLocks noGrp="1"/>
          </p:cNvSpPr>
          <p:nvPr>
            <p:ph type="sldNum" sz="quarter" idx="12"/>
          </p:nvPr>
        </p:nvSpPr>
        <p:spPr/>
        <p:txBody>
          <a:bodyPr/>
          <a:lstStyle/>
          <a:p>
            <a:pPr>
              <a:defRPr/>
            </a:pPr>
            <a:fld id="{8D7E295D-E0EB-CE4E-83CD-1E1B911A9649}" type="slidenum">
              <a:rPr lang="en-US" altLang="it-IT" smtClean="0"/>
              <a:pPr>
                <a:defRPr/>
              </a:pPr>
              <a:t>8</a:t>
            </a:fld>
            <a:endParaRPr lang="en-US" altLang="it-IT"/>
          </a:p>
        </p:txBody>
      </p:sp>
    </p:spTree>
    <p:extLst>
      <p:ext uri="{BB962C8B-B14F-4D97-AF65-F5344CB8AC3E}">
        <p14:creationId xmlns:p14="http://schemas.microsoft.com/office/powerpoint/2010/main" val="2803881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14A3DF7-47FE-F949-843F-84375197E926}"/>
              </a:ext>
            </a:extLst>
          </p:cNvPr>
          <p:cNvSpPr>
            <a:spLocks noGrp="1"/>
          </p:cNvSpPr>
          <p:nvPr>
            <p:ph type="title"/>
          </p:nvPr>
        </p:nvSpPr>
        <p:spPr/>
        <p:txBody>
          <a:bodyPr/>
          <a:lstStyle/>
          <a:p>
            <a:r>
              <a:rPr lang="en-US" noProof="0" dirty="0"/>
              <a:t>Business Understanding</a:t>
            </a:r>
          </a:p>
        </p:txBody>
      </p:sp>
      <p:sp>
        <p:nvSpPr>
          <p:cNvPr id="3" name="Segnaposto contenuto 2">
            <a:extLst>
              <a:ext uri="{FF2B5EF4-FFF2-40B4-BE49-F238E27FC236}">
                <a16:creationId xmlns:a16="http://schemas.microsoft.com/office/drawing/2014/main" id="{EEB04F62-11F4-9149-8D0F-7B3F7491F2AE}"/>
              </a:ext>
            </a:extLst>
          </p:cNvPr>
          <p:cNvSpPr>
            <a:spLocks noGrp="1"/>
          </p:cNvSpPr>
          <p:nvPr>
            <p:ph idx="1"/>
          </p:nvPr>
        </p:nvSpPr>
        <p:spPr/>
        <p:txBody>
          <a:bodyPr>
            <a:normAutofit fontScale="92500" lnSpcReduction="20000"/>
          </a:bodyPr>
          <a:lstStyle/>
          <a:p>
            <a:r>
              <a:rPr lang="en-US" b="1" noProof="0" dirty="0"/>
              <a:t>Determine business objectives</a:t>
            </a:r>
          </a:p>
          <a:p>
            <a:pPr lvl="1"/>
            <a:r>
              <a:rPr lang="en-US" noProof="0" dirty="0"/>
              <a:t>thoroughly understand, from a business perspective, what the client really wants to accomplish</a:t>
            </a:r>
          </a:p>
          <a:p>
            <a:pPr lvl="1"/>
            <a:r>
              <a:rPr lang="en-US" noProof="0" dirty="0"/>
              <a:t>uncover important factors, at the beginning, that can influence the outcome of the project</a:t>
            </a:r>
          </a:p>
          <a:p>
            <a:pPr lvl="1"/>
            <a:r>
              <a:rPr lang="en-US" noProof="0" dirty="0"/>
              <a:t>neglecting this step is to expend a great deal of effort producing the right answers to the wrong questions</a:t>
            </a:r>
          </a:p>
          <a:p>
            <a:r>
              <a:rPr lang="en-US" b="1" noProof="0" dirty="0"/>
              <a:t>Assess situation</a:t>
            </a:r>
          </a:p>
          <a:p>
            <a:pPr lvl="1"/>
            <a:r>
              <a:rPr lang="en-US" noProof="0" dirty="0"/>
              <a:t>more detailed fact-finding about all of the resources, constraints, assumptions and other factors that should be considered</a:t>
            </a:r>
          </a:p>
          <a:p>
            <a:pPr lvl="1"/>
            <a:r>
              <a:rPr lang="en-US" noProof="0" dirty="0"/>
              <a:t>flesh out the details</a:t>
            </a:r>
          </a:p>
        </p:txBody>
      </p:sp>
      <p:pic>
        <p:nvPicPr>
          <p:cNvPr id="4" name="Segnaposto contenuto 4">
            <a:extLst>
              <a:ext uri="{FF2B5EF4-FFF2-40B4-BE49-F238E27FC236}">
                <a16:creationId xmlns:a16="http://schemas.microsoft.com/office/drawing/2014/main" id="{F37B9067-83AB-E340-AEE9-8071C3FD75BC}"/>
              </a:ext>
            </a:extLst>
          </p:cNvPr>
          <p:cNvPicPr>
            <a:picLocks noChangeAspect="1"/>
          </p:cNvPicPr>
          <p:nvPr/>
        </p:nvPicPr>
        <p:blipFill>
          <a:blip r:embed="rId3"/>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6FC19EE5-1343-AF42-93ED-FDAE39A026C4}"/>
              </a:ext>
            </a:extLst>
          </p:cNvPr>
          <p:cNvSpPr/>
          <p:nvPr/>
        </p:nvSpPr>
        <p:spPr>
          <a:xfrm>
            <a:off x="8105362" y="1055257"/>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F797E6D2-9110-A258-25BC-A27ECB71F2DA}"/>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B1DB9531-D7DB-D680-99DE-7CE3976CDB5F}"/>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F5526319-86EE-B083-9F31-BDB86525C9C0}"/>
              </a:ext>
            </a:extLst>
          </p:cNvPr>
          <p:cNvSpPr>
            <a:spLocks noGrp="1"/>
          </p:cNvSpPr>
          <p:nvPr>
            <p:ph type="sldNum" sz="quarter" idx="12"/>
          </p:nvPr>
        </p:nvSpPr>
        <p:spPr/>
        <p:txBody>
          <a:bodyPr/>
          <a:lstStyle/>
          <a:p>
            <a:pPr>
              <a:defRPr/>
            </a:pPr>
            <a:fld id="{8D7E295D-E0EB-CE4E-83CD-1E1B911A9649}" type="slidenum">
              <a:rPr lang="en-US" altLang="it-IT" smtClean="0"/>
              <a:pPr>
                <a:defRPr/>
              </a:pPr>
              <a:t>9</a:t>
            </a:fld>
            <a:endParaRPr lang="en-US" altLang="it-IT"/>
          </a:p>
        </p:txBody>
      </p:sp>
    </p:spTree>
    <p:extLst>
      <p:ext uri="{BB962C8B-B14F-4D97-AF65-F5344CB8AC3E}">
        <p14:creationId xmlns:p14="http://schemas.microsoft.com/office/powerpoint/2010/main" val="1903047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1AA628-5BE7-C142-8E3D-6C4C45FC867F}"/>
              </a:ext>
            </a:extLst>
          </p:cNvPr>
          <p:cNvSpPr>
            <a:spLocks noGrp="1"/>
          </p:cNvSpPr>
          <p:nvPr>
            <p:ph type="title"/>
          </p:nvPr>
        </p:nvSpPr>
        <p:spPr/>
        <p:txBody>
          <a:bodyPr/>
          <a:lstStyle/>
          <a:p>
            <a:r>
              <a:rPr lang="en-US" noProof="0" dirty="0"/>
              <a:t>Business Understanding</a:t>
            </a:r>
          </a:p>
        </p:txBody>
      </p:sp>
      <p:sp>
        <p:nvSpPr>
          <p:cNvPr id="3" name="Segnaposto contenuto 2">
            <a:extLst>
              <a:ext uri="{FF2B5EF4-FFF2-40B4-BE49-F238E27FC236}">
                <a16:creationId xmlns:a16="http://schemas.microsoft.com/office/drawing/2014/main" id="{1508F25A-9E9F-6D43-ADBA-502F4F227D5B}"/>
              </a:ext>
            </a:extLst>
          </p:cNvPr>
          <p:cNvSpPr>
            <a:spLocks noGrp="1"/>
          </p:cNvSpPr>
          <p:nvPr>
            <p:ph idx="1"/>
          </p:nvPr>
        </p:nvSpPr>
        <p:spPr/>
        <p:txBody>
          <a:bodyPr>
            <a:normAutofit fontScale="85000" lnSpcReduction="20000"/>
          </a:bodyPr>
          <a:lstStyle/>
          <a:p>
            <a:r>
              <a:rPr lang="en-US" b="1" noProof="0" dirty="0"/>
              <a:t>Determine data mining goals</a:t>
            </a:r>
          </a:p>
          <a:p>
            <a:pPr lvl="1"/>
            <a:r>
              <a:rPr lang="en-US" noProof="0" dirty="0"/>
              <a:t>a business goal states objectives in business terminology</a:t>
            </a:r>
          </a:p>
          <a:p>
            <a:pPr lvl="1"/>
            <a:r>
              <a:rPr lang="en-US" noProof="0" dirty="0"/>
              <a:t>a data mining goal states objectives in technical terms</a:t>
            </a:r>
          </a:p>
          <a:p>
            <a:pPr lvl="2"/>
            <a:r>
              <a:rPr lang="en-US" noProof="0" dirty="0"/>
              <a:t>A business goal: “Increase catalog sales to existing customers.”</a:t>
            </a:r>
          </a:p>
          <a:p>
            <a:pPr lvl="2"/>
            <a:r>
              <a:rPr lang="en-US" noProof="0" dirty="0"/>
              <a:t>A data mining goal: “Predict how many widgets a customer will buy, given their purchases over the past three years, demographic information (age, salary, city) and the price of the item.”</a:t>
            </a:r>
          </a:p>
          <a:p>
            <a:r>
              <a:rPr lang="en-US" b="1" noProof="0" dirty="0"/>
              <a:t>Produce project plan</a:t>
            </a:r>
          </a:p>
          <a:p>
            <a:pPr lvl="1"/>
            <a:r>
              <a:rPr lang="en-US" noProof="0" dirty="0"/>
              <a:t>describe the intended plan for achieving the data mining goals and the business goals</a:t>
            </a:r>
          </a:p>
          <a:p>
            <a:pPr lvl="1"/>
            <a:r>
              <a:rPr lang="en-US" noProof="0" dirty="0"/>
              <a:t>the plan should specify the anticipated set of steps to be performed during the rest of the project including an initial selection of tools and techniques</a:t>
            </a:r>
          </a:p>
        </p:txBody>
      </p:sp>
      <p:pic>
        <p:nvPicPr>
          <p:cNvPr id="4" name="Segnaposto contenuto 4">
            <a:extLst>
              <a:ext uri="{FF2B5EF4-FFF2-40B4-BE49-F238E27FC236}">
                <a16:creationId xmlns:a16="http://schemas.microsoft.com/office/drawing/2014/main" id="{51F42613-E4A2-244F-A8AA-41FBB4C23A75}"/>
              </a:ext>
            </a:extLst>
          </p:cNvPr>
          <p:cNvPicPr>
            <a:picLocks noChangeAspect="1"/>
          </p:cNvPicPr>
          <p:nvPr/>
        </p:nvPicPr>
        <p:blipFill>
          <a:blip r:embed="rId2"/>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BC28787B-3129-9641-A31A-98A568A16277}"/>
              </a:ext>
            </a:extLst>
          </p:cNvPr>
          <p:cNvSpPr/>
          <p:nvPr/>
        </p:nvSpPr>
        <p:spPr>
          <a:xfrm>
            <a:off x="8105362" y="1055257"/>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EBC4C757-3E91-EA23-332B-33955239A740}"/>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35900B52-A860-5FE5-F7BC-DEF876F92015}"/>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B7ECDC1C-D0DD-4AFC-983C-DA4AFD333AB1}"/>
              </a:ext>
            </a:extLst>
          </p:cNvPr>
          <p:cNvSpPr>
            <a:spLocks noGrp="1"/>
          </p:cNvSpPr>
          <p:nvPr>
            <p:ph type="sldNum" sz="quarter" idx="12"/>
          </p:nvPr>
        </p:nvSpPr>
        <p:spPr/>
        <p:txBody>
          <a:bodyPr/>
          <a:lstStyle/>
          <a:p>
            <a:pPr>
              <a:defRPr/>
            </a:pPr>
            <a:fld id="{8D7E295D-E0EB-CE4E-83CD-1E1B911A9649}" type="slidenum">
              <a:rPr lang="en-US" altLang="it-IT" smtClean="0"/>
              <a:pPr>
                <a:defRPr/>
              </a:pPr>
              <a:t>10</a:t>
            </a:fld>
            <a:endParaRPr lang="en-US" altLang="it-IT"/>
          </a:p>
        </p:txBody>
      </p:sp>
    </p:spTree>
    <p:extLst>
      <p:ext uri="{BB962C8B-B14F-4D97-AF65-F5344CB8AC3E}">
        <p14:creationId xmlns:p14="http://schemas.microsoft.com/office/powerpoint/2010/main" val="3227657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633171-9EF2-C048-8683-F63B62849C89}"/>
              </a:ext>
            </a:extLst>
          </p:cNvPr>
          <p:cNvSpPr>
            <a:spLocks noGrp="1"/>
          </p:cNvSpPr>
          <p:nvPr>
            <p:ph type="title"/>
          </p:nvPr>
        </p:nvSpPr>
        <p:spPr/>
        <p:txBody>
          <a:bodyPr/>
          <a:lstStyle/>
          <a:p>
            <a:r>
              <a:rPr lang="en-US" noProof="0" dirty="0"/>
              <a:t>Data Understanding</a:t>
            </a:r>
          </a:p>
        </p:txBody>
      </p:sp>
      <p:sp>
        <p:nvSpPr>
          <p:cNvPr id="3" name="Segnaposto contenuto 2">
            <a:extLst>
              <a:ext uri="{FF2B5EF4-FFF2-40B4-BE49-F238E27FC236}">
                <a16:creationId xmlns:a16="http://schemas.microsoft.com/office/drawing/2014/main" id="{B9BC17B8-A1EC-C242-B5F6-3190EDB9D9E0}"/>
              </a:ext>
            </a:extLst>
          </p:cNvPr>
          <p:cNvSpPr>
            <a:spLocks noGrp="1"/>
          </p:cNvSpPr>
          <p:nvPr>
            <p:ph idx="1"/>
          </p:nvPr>
        </p:nvSpPr>
        <p:spPr/>
        <p:txBody>
          <a:bodyPr/>
          <a:lstStyle/>
          <a:p>
            <a:r>
              <a:rPr lang="en-US" b="1" dirty="0"/>
              <a:t>Explore the Data</a:t>
            </a:r>
          </a:p>
          <a:p>
            <a:r>
              <a:rPr lang="en-US" b="1" dirty="0"/>
              <a:t>Verify the Quality</a:t>
            </a:r>
          </a:p>
          <a:p>
            <a:r>
              <a:rPr lang="en-US" b="1" dirty="0"/>
              <a:t>Find Outliers</a:t>
            </a:r>
          </a:p>
          <a:p>
            <a:pPr marL="0" indent="0">
              <a:buNone/>
            </a:pPr>
            <a:r>
              <a:rPr lang="en-US" dirty="0"/>
              <a:t>Starts with an initial data collection and proceeds with activities in order to get familiar with the data, to identify data quality problems, to discover first insights into the data or to detect interesting subsets to form hypotheses for hidden information.</a:t>
            </a:r>
          </a:p>
        </p:txBody>
      </p:sp>
      <p:pic>
        <p:nvPicPr>
          <p:cNvPr id="4" name="Segnaposto contenuto 4">
            <a:extLst>
              <a:ext uri="{FF2B5EF4-FFF2-40B4-BE49-F238E27FC236}">
                <a16:creationId xmlns:a16="http://schemas.microsoft.com/office/drawing/2014/main" id="{2600DB01-CD7E-4A4D-A4D3-633A2C992D72}"/>
              </a:ext>
            </a:extLst>
          </p:cNvPr>
          <p:cNvPicPr>
            <a:picLocks noChangeAspect="1"/>
          </p:cNvPicPr>
          <p:nvPr/>
        </p:nvPicPr>
        <p:blipFill>
          <a:blip r:embed="rId2"/>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657EBD49-12FC-8149-BBDE-D9ADCEF10C08}"/>
              </a:ext>
            </a:extLst>
          </p:cNvPr>
          <p:cNvSpPr/>
          <p:nvPr/>
        </p:nvSpPr>
        <p:spPr>
          <a:xfrm>
            <a:off x="8562562" y="1055257"/>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75BB8F52-C7CB-A0BF-BF2B-158CC3BF54E9}"/>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5ECC9052-C17A-FFF6-F96C-34C50A93AF33}"/>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674F51D3-16BD-89BD-C799-D0962A1F73D7}"/>
              </a:ext>
            </a:extLst>
          </p:cNvPr>
          <p:cNvSpPr>
            <a:spLocks noGrp="1"/>
          </p:cNvSpPr>
          <p:nvPr>
            <p:ph type="sldNum" sz="quarter" idx="12"/>
          </p:nvPr>
        </p:nvSpPr>
        <p:spPr/>
        <p:txBody>
          <a:bodyPr/>
          <a:lstStyle/>
          <a:p>
            <a:pPr>
              <a:defRPr/>
            </a:pPr>
            <a:fld id="{8D7E295D-E0EB-CE4E-83CD-1E1B911A9649}" type="slidenum">
              <a:rPr lang="en-US" altLang="it-IT" smtClean="0"/>
              <a:pPr>
                <a:defRPr/>
              </a:pPr>
              <a:t>11</a:t>
            </a:fld>
            <a:endParaRPr lang="en-US" altLang="it-IT"/>
          </a:p>
        </p:txBody>
      </p:sp>
    </p:spTree>
    <p:extLst>
      <p:ext uri="{BB962C8B-B14F-4D97-AF65-F5344CB8AC3E}">
        <p14:creationId xmlns:p14="http://schemas.microsoft.com/office/powerpoint/2010/main" val="13818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0A7A4D0-261B-7446-AEC6-C46CBA4F9C18}"/>
              </a:ext>
            </a:extLst>
          </p:cNvPr>
          <p:cNvSpPr>
            <a:spLocks noGrp="1"/>
          </p:cNvSpPr>
          <p:nvPr>
            <p:ph type="title"/>
          </p:nvPr>
        </p:nvSpPr>
        <p:spPr/>
        <p:txBody>
          <a:bodyPr/>
          <a:lstStyle/>
          <a:p>
            <a:r>
              <a:rPr lang="en-US" noProof="0" dirty="0"/>
              <a:t>Data Understanding</a:t>
            </a:r>
          </a:p>
        </p:txBody>
      </p:sp>
      <p:sp>
        <p:nvSpPr>
          <p:cNvPr id="3" name="Segnaposto contenuto 2">
            <a:extLst>
              <a:ext uri="{FF2B5EF4-FFF2-40B4-BE49-F238E27FC236}">
                <a16:creationId xmlns:a16="http://schemas.microsoft.com/office/drawing/2014/main" id="{94F59DCB-58C7-F748-90B6-711FFC723433}"/>
              </a:ext>
            </a:extLst>
          </p:cNvPr>
          <p:cNvSpPr>
            <a:spLocks noGrp="1"/>
          </p:cNvSpPr>
          <p:nvPr>
            <p:ph idx="1"/>
          </p:nvPr>
        </p:nvSpPr>
        <p:spPr/>
        <p:txBody>
          <a:bodyPr>
            <a:normAutofit fontScale="92500" lnSpcReduction="20000"/>
          </a:bodyPr>
          <a:lstStyle/>
          <a:p>
            <a:r>
              <a:rPr lang="en-US" b="1" dirty="0"/>
              <a:t>Collect initial data</a:t>
            </a:r>
          </a:p>
          <a:p>
            <a:pPr lvl="1"/>
            <a:r>
              <a:rPr lang="en-US" dirty="0"/>
              <a:t>acquire within the project the data listed in the project resources</a:t>
            </a:r>
          </a:p>
          <a:p>
            <a:pPr lvl="1"/>
            <a:r>
              <a:rPr lang="en-US" dirty="0"/>
              <a:t>includes data loading if necessary for data understanding</a:t>
            </a:r>
          </a:p>
          <a:p>
            <a:pPr lvl="1"/>
            <a:r>
              <a:rPr lang="en-US" dirty="0"/>
              <a:t>possibly leads to initial data preparation steps</a:t>
            </a:r>
          </a:p>
          <a:p>
            <a:pPr lvl="1"/>
            <a:r>
              <a:rPr lang="en-US" dirty="0"/>
              <a:t>if acquiring multiple data sources, integration is an additional issue, either here or in the later data preparation phase</a:t>
            </a:r>
          </a:p>
          <a:p>
            <a:r>
              <a:rPr lang="en-US" b="1" dirty="0"/>
              <a:t>Describe data</a:t>
            </a:r>
          </a:p>
          <a:p>
            <a:pPr lvl="1"/>
            <a:r>
              <a:rPr lang="en-US" dirty="0"/>
              <a:t>examine the “gross” or “surface” properties of the acquired data</a:t>
            </a:r>
          </a:p>
          <a:p>
            <a:pPr lvl="1"/>
            <a:r>
              <a:rPr lang="en-US" dirty="0"/>
              <a:t>report on the results</a:t>
            </a:r>
          </a:p>
        </p:txBody>
      </p:sp>
      <p:pic>
        <p:nvPicPr>
          <p:cNvPr id="4" name="Segnaposto contenuto 4">
            <a:extLst>
              <a:ext uri="{FF2B5EF4-FFF2-40B4-BE49-F238E27FC236}">
                <a16:creationId xmlns:a16="http://schemas.microsoft.com/office/drawing/2014/main" id="{812691CF-B1BC-F444-9D42-972C7842F52E}"/>
              </a:ext>
            </a:extLst>
          </p:cNvPr>
          <p:cNvPicPr>
            <a:picLocks noChangeAspect="1"/>
          </p:cNvPicPr>
          <p:nvPr/>
        </p:nvPicPr>
        <p:blipFill>
          <a:blip r:embed="rId2"/>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CE776982-6D85-7A45-9219-698CE8675E06}"/>
              </a:ext>
            </a:extLst>
          </p:cNvPr>
          <p:cNvSpPr/>
          <p:nvPr/>
        </p:nvSpPr>
        <p:spPr>
          <a:xfrm>
            <a:off x="8562562" y="1055257"/>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969CD7D8-30FC-0B02-F901-D967D6BC2DFA}"/>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9130311F-4AB1-8E78-D518-9C21DA84A419}"/>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BE5CED2F-C990-BCDF-C49A-2E19B8EFF6CC}"/>
              </a:ext>
            </a:extLst>
          </p:cNvPr>
          <p:cNvSpPr>
            <a:spLocks noGrp="1"/>
          </p:cNvSpPr>
          <p:nvPr>
            <p:ph type="sldNum" sz="quarter" idx="12"/>
          </p:nvPr>
        </p:nvSpPr>
        <p:spPr/>
        <p:txBody>
          <a:bodyPr/>
          <a:lstStyle/>
          <a:p>
            <a:pPr>
              <a:defRPr/>
            </a:pPr>
            <a:fld id="{8D7E295D-E0EB-CE4E-83CD-1E1B911A9649}" type="slidenum">
              <a:rPr lang="en-US" altLang="it-IT" smtClean="0"/>
              <a:pPr>
                <a:defRPr/>
              </a:pPr>
              <a:t>12</a:t>
            </a:fld>
            <a:endParaRPr lang="en-US" altLang="it-IT"/>
          </a:p>
        </p:txBody>
      </p:sp>
    </p:spTree>
    <p:extLst>
      <p:ext uri="{BB962C8B-B14F-4D97-AF65-F5344CB8AC3E}">
        <p14:creationId xmlns:p14="http://schemas.microsoft.com/office/powerpoint/2010/main" val="4174746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677EE19-E038-624A-935F-9BCA7184521C}"/>
              </a:ext>
            </a:extLst>
          </p:cNvPr>
          <p:cNvSpPr>
            <a:spLocks noGrp="1"/>
          </p:cNvSpPr>
          <p:nvPr>
            <p:ph type="title"/>
          </p:nvPr>
        </p:nvSpPr>
        <p:spPr/>
        <p:txBody>
          <a:bodyPr/>
          <a:lstStyle/>
          <a:p>
            <a:r>
              <a:rPr lang="en-US" noProof="0" dirty="0"/>
              <a:t>Data Understanding</a:t>
            </a:r>
          </a:p>
        </p:txBody>
      </p:sp>
      <p:sp>
        <p:nvSpPr>
          <p:cNvPr id="3" name="Segnaposto contenuto 2">
            <a:extLst>
              <a:ext uri="{FF2B5EF4-FFF2-40B4-BE49-F238E27FC236}">
                <a16:creationId xmlns:a16="http://schemas.microsoft.com/office/drawing/2014/main" id="{AC3C3AE2-6315-EA40-A157-7B6C659796AD}"/>
              </a:ext>
            </a:extLst>
          </p:cNvPr>
          <p:cNvSpPr>
            <a:spLocks noGrp="1"/>
          </p:cNvSpPr>
          <p:nvPr>
            <p:ph idx="1"/>
          </p:nvPr>
        </p:nvSpPr>
        <p:spPr/>
        <p:txBody>
          <a:bodyPr>
            <a:normAutofit fontScale="85000" lnSpcReduction="20000"/>
          </a:bodyPr>
          <a:lstStyle/>
          <a:p>
            <a:r>
              <a:rPr lang="en-US" b="1" dirty="0"/>
              <a:t>Explore data</a:t>
            </a:r>
          </a:p>
          <a:p>
            <a:pPr lvl="1"/>
            <a:r>
              <a:rPr lang="en-US" dirty="0"/>
              <a:t>tackles the data mining questions, which can be addressed using querying, visualization and reporting including:</a:t>
            </a:r>
          </a:p>
          <a:p>
            <a:pPr lvl="2"/>
            <a:r>
              <a:rPr lang="en-US" dirty="0"/>
              <a:t>distribution of key attributes, through aggregations</a:t>
            </a:r>
          </a:p>
          <a:p>
            <a:pPr lvl="2"/>
            <a:r>
              <a:rPr lang="en-US" dirty="0"/>
              <a:t>relations between pairs of attributes</a:t>
            </a:r>
          </a:p>
          <a:p>
            <a:pPr lvl="2"/>
            <a:r>
              <a:rPr lang="en-US" dirty="0"/>
              <a:t>properties of significant sub-populations</a:t>
            </a:r>
          </a:p>
          <a:p>
            <a:pPr lvl="1"/>
            <a:r>
              <a:rPr lang="en-US" dirty="0"/>
              <a:t>may address directly the data mining goals</a:t>
            </a:r>
          </a:p>
          <a:p>
            <a:pPr lvl="1"/>
            <a:r>
              <a:rPr lang="en-US" dirty="0"/>
              <a:t>may contribute to data description and quality reports</a:t>
            </a:r>
          </a:p>
          <a:p>
            <a:pPr lvl="1"/>
            <a:r>
              <a:rPr lang="en-US" dirty="0"/>
              <a:t>may feed into the transformation and other data preparation needed</a:t>
            </a:r>
          </a:p>
          <a:p>
            <a:r>
              <a:rPr lang="en-US" b="1" dirty="0"/>
              <a:t>Verify data quality</a:t>
            </a:r>
          </a:p>
          <a:p>
            <a:pPr lvl="1"/>
            <a:r>
              <a:rPr lang="en-US" dirty="0"/>
              <a:t>examine the quality of the data, addressing questions such as: “Is the data complete?”, Are there missing values in the data?”</a:t>
            </a:r>
          </a:p>
        </p:txBody>
      </p:sp>
      <p:pic>
        <p:nvPicPr>
          <p:cNvPr id="4" name="Segnaposto contenuto 4">
            <a:extLst>
              <a:ext uri="{FF2B5EF4-FFF2-40B4-BE49-F238E27FC236}">
                <a16:creationId xmlns:a16="http://schemas.microsoft.com/office/drawing/2014/main" id="{B95E6983-672F-E74F-B6DE-8242B03AA2EB}"/>
              </a:ext>
            </a:extLst>
          </p:cNvPr>
          <p:cNvPicPr>
            <a:picLocks noChangeAspect="1"/>
          </p:cNvPicPr>
          <p:nvPr/>
        </p:nvPicPr>
        <p:blipFill>
          <a:blip r:embed="rId2"/>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CC1DC1EA-E99D-3F4A-932E-7E1A9357C69B}"/>
              </a:ext>
            </a:extLst>
          </p:cNvPr>
          <p:cNvSpPr/>
          <p:nvPr/>
        </p:nvSpPr>
        <p:spPr>
          <a:xfrm>
            <a:off x="8562562" y="1055257"/>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6F1755AE-0A71-E181-06B4-F8A5DA45EE6E}"/>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9164D8F1-0408-BC08-7E58-168D6AA30D28}"/>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93318180-6217-75B1-B9F5-1D028EC53823}"/>
              </a:ext>
            </a:extLst>
          </p:cNvPr>
          <p:cNvSpPr>
            <a:spLocks noGrp="1"/>
          </p:cNvSpPr>
          <p:nvPr>
            <p:ph type="sldNum" sz="quarter" idx="12"/>
          </p:nvPr>
        </p:nvSpPr>
        <p:spPr/>
        <p:txBody>
          <a:bodyPr/>
          <a:lstStyle/>
          <a:p>
            <a:pPr>
              <a:defRPr/>
            </a:pPr>
            <a:fld id="{8D7E295D-E0EB-CE4E-83CD-1E1B911A9649}" type="slidenum">
              <a:rPr lang="en-US" altLang="it-IT" smtClean="0"/>
              <a:pPr>
                <a:defRPr/>
              </a:pPr>
              <a:t>13</a:t>
            </a:fld>
            <a:endParaRPr lang="en-US" altLang="it-IT"/>
          </a:p>
        </p:txBody>
      </p:sp>
    </p:spTree>
    <p:extLst>
      <p:ext uri="{BB962C8B-B14F-4D97-AF65-F5344CB8AC3E}">
        <p14:creationId xmlns:p14="http://schemas.microsoft.com/office/powerpoint/2010/main" val="1535567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63DAB28-2682-5F48-BA39-E68580379053}"/>
              </a:ext>
            </a:extLst>
          </p:cNvPr>
          <p:cNvSpPr>
            <a:spLocks noGrp="1"/>
          </p:cNvSpPr>
          <p:nvPr>
            <p:ph type="title"/>
          </p:nvPr>
        </p:nvSpPr>
        <p:spPr/>
        <p:txBody>
          <a:bodyPr/>
          <a:lstStyle/>
          <a:p>
            <a:r>
              <a:rPr lang="en-US" noProof="0" dirty="0"/>
              <a:t>Data Preparation</a:t>
            </a:r>
          </a:p>
        </p:txBody>
      </p:sp>
      <p:sp>
        <p:nvSpPr>
          <p:cNvPr id="3" name="Segnaposto contenuto 2">
            <a:extLst>
              <a:ext uri="{FF2B5EF4-FFF2-40B4-BE49-F238E27FC236}">
                <a16:creationId xmlns:a16="http://schemas.microsoft.com/office/drawing/2014/main" id="{F58903B4-0FC4-BE40-9E84-01801076EEA6}"/>
              </a:ext>
            </a:extLst>
          </p:cNvPr>
          <p:cNvSpPr>
            <a:spLocks noGrp="1"/>
          </p:cNvSpPr>
          <p:nvPr>
            <p:ph idx="1"/>
          </p:nvPr>
        </p:nvSpPr>
        <p:spPr/>
        <p:txBody>
          <a:bodyPr>
            <a:normAutofit fontScale="92500" lnSpcReduction="10000"/>
          </a:bodyPr>
          <a:lstStyle/>
          <a:p>
            <a:r>
              <a:rPr lang="en-US" dirty="0"/>
              <a:t>Takes usually over 90% of the time</a:t>
            </a:r>
          </a:p>
          <a:p>
            <a:pPr lvl="1"/>
            <a:r>
              <a:rPr lang="en-US" b="1" dirty="0"/>
              <a:t>Collection</a:t>
            </a:r>
          </a:p>
          <a:p>
            <a:pPr lvl="1"/>
            <a:r>
              <a:rPr lang="en-US" b="1" dirty="0"/>
              <a:t>Assessment</a:t>
            </a:r>
          </a:p>
          <a:p>
            <a:pPr lvl="1"/>
            <a:r>
              <a:rPr lang="en-US" b="1" dirty="0"/>
              <a:t>Consolidation and Cleaning</a:t>
            </a:r>
          </a:p>
          <a:p>
            <a:pPr lvl="1"/>
            <a:r>
              <a:rPr lang="en-US" b="1" dirty="0"/>
              <a:t>Data selection</a:t>
            </a:r>
          </a:p>
          <a:p>
            <a:pPr lvl="1"/>
            <a:r>
              <a:rPr lang="en-US" b="1" dirty="0"/>
              <a:t>Transformations</a:t>
            </a:r>
          </a:p>
          <a:p>
            <a:r>
              <a:rPr lang="en-US" dirty="0"/>
              <a:t>Covers all activities to construct the final dataset from the initial raw data. Data preparation tasks are likely to be performed multiple times and not in any prescribed order. Tasks include table, record and attribute selection as well as transformation and cleaning of data for modeling tools.</a:t>
            </a:r>
          </a:p>
        </p:txBody>
      </p:sp>
      <p:pic>
        <p:nvPicPr>
          <p:cNvPr id="4" name="Segnaposto contenuto 4">
            <a:extLst>
              <a:ext uri="{FF2B5EF4-FFF2-40B4-BE49-F238E27FC236}">
                <a16:creationId xmlns:a16="http://schemas.microsoft.com/office/drawing/2014/main" id="{80C0F807-8087-A34C-98B7-1E0F7E81268E}"/>
              </a:ext>
            </a:extLst>
          </p:cNvPr>
          <p:cNvPicPr>
            <a:picLocks noChangeAspect="1"/>
          </p:cNvPicPr>
          <p:nvPr/>
        </p:nvPicPr>
        <p:blipFill>
          <a:blip r:embed="rId2"/>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A75DCE57-D024-8043-BB21-9A2D7BFC9BB3}"/>
              </a:ext>
            </a:extLst>
          </p:cNvPr>
          <p:cNvSpPr/>
          <p:nvPr/>
        </p:nvSpPr>
        <p:spPr>
          <a:xfrm>
            <a:off x="8721588" y="1303734"/>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4B3E54D6-9B74-612C-5C3E-12B5F8D2EBB3}"/>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32EB3F81-B881-CE65-7690-BCB7D29EB61A}"/>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B62E8FFE-F694-4804-40CE-E661AD63AAA6}"/>
              </a:ext>
            </a:extLst>
          </p:cNvPr>
          <p:cNvSpPr>
            <a:spLocks noGrp="1"/>
          </p:cNvSpPr>
          <p:nvPr>
            <p:ph type="sldNum" sz="quarter" idx="12"/>
          </p:nvPr>
        </p:nvSpPr>
        <p:spPr/>
        <p:txBody>
          <a:bodyPr/>
          <a:lstStyle/>
          <a:p>
            <a:pPr>
              <a:defRPr/>
            </a:pPr>
            <a:fld id="{8D7E295D-E0EB-CE4E-83CD-1E1B911A9649}" type="slidenum">
              <a:rPr lang="en-US" altLang="it-IT" smtClean="0"/>
              <a:pPr>
                <a:defRPr/>
              </a:pPr>
              <a:t>14</a:t>
            </a:fld>
            <a:endParaRPr lang="en-US" altLang="it-IT"/>
          </a:p>
        </p:txBody>
      </p:sp>
    </p:spTree>
    <p:extLst>
      <p:ext uri="{BB962C8B-B14F-4D97-AF65-F5344CB8AC3E}">
        <p14:creationId xmlns:p14="http://schemas.microsoft.com/office/powerpoint/2010/main" val="2360469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CCE0485-6339-8044-B76E-151877B55AAE}"/>
              </a:ext>
            </a:extLst>
          </p:cNvPr>
          <p:cNvSpPr>
            <a:spLocks noGrp="1"/>
          </p:cNvSpPr>
          <p:nvPr>
            <p:ph type="title"/>
          </p:nvPr>
        </p:nvSpPr>
        <p:spPr/>
        <p:txBody>
          <a:bodyPr/>
          <a:lstStyle/>
          <a:p>
            <a:r>
              <a:rPr lang="en-US" noProof="0" dirty="0"/>
              <a:t>Data Preparation</a:t>
            </a:r>
          </a:p>
        </p:txBody>
      </p:sp>
      <p:sp>
        <p:nvSpPr>
          <p:cNvPr id="3" name="Segnaposto contenuto 2">
            <a:extLst>
              <a:ext uri="{FF2B5EF4-FFF2-40B4-BE49-F238E27FC236}">
                <a16:creationId xmlns:a16="http://schemas.microsoft.com/office/drawing/2014/main" id="{1C7C3E15-91A5-834D-B2F9-FA973484775E}"/>
              </a:ext>
            </a:extLst>
          </p:cNvPr>
          <p:cNvSpPr>
            <a:spLocks noGrp="1"/>
          </p:cNvSpPr>
          <p:nvPr>
            <p:ph idx="1"/>
          </p:nvPr>
        </p:nvSpPr>
        <p:spPr/>
        <p:txBody>
          <a:bodyPr>
            <a:normAutofit fontScale="92500" lnSpcReduction="20000"/>
          </a:bodyPr>
          <a:lstStyle/>
          <a:p>
            <a:r>
              <a:rPr lang="en-US" b="1" dirty="0"/>
              <a:t>Select data</a:t>
            </a:r>
          </a:p>
          <a:p>
            <a:pPr lvl="1"/>
            <a:r>
              <a:rPr lang="en-US" dirty="0"/>
              <a:t>decide on the data to be used for analysis</a:t>
            </a:r>
          </a:p>
          <a:p>
            <a:pPr lvl="1"/>
            <a:r>
              <a:rPr lang="en-US" dirty="0"/>
              <a:t>criteria include relevance to the data mining goals, quality and technical constraints such as limits on data volume or data types</a:t>
            </a:r>
          </a:p>
          <a:p>
            <a:pPr lvl="1"/>
            <a:r>
              <a:rPr lang="en-US" dirty="0"/>
              <a:t>covers selection of attributes as well as selection of records in a table</a:t>
            </a:r>
          </a:p>
          <a:p>
            <a:r>
              <a:rPr lang="en-US" b="1" dirty="0"/>
              <a:t>Clean data</a:t>
            </a:r>
          </a:p>
          <a:p>
            <a:pPr lvl="1"/>
            <a:r>
              <a:rPr lang="en-US" dirty="0"/>
              <a:t>raise the data quality to the level required by the selected analysis techniques</a:t>
            </a:r>
          </a:p>
          <a:p>
            <a:pPr lvl="1"/>
            <a:r>
              <a:rPr lang="en-US" dirty="0"/>
              <a:t>may involve selection of clean subsets of the data, the insertion of suitable defaults or more ambitious techniques such as the estimation of missing data by modeling</a:t>
            </a:r>
          </a:p>
        </p:txBody>
      </p:sp>
      <p:pic>
        <p:nvPicPr>
          <p:cNvPr id="4" name="Segnaposto contenuto 4">
            <a:extLst>
              <a:ext uri="{FF2B5EF4-FFF2-40B4-BE49-F238E27FC236}">
                <a16:creationId xmlns:a16="http://schemas.microsoft.com/office/drawing/2014/main" id="{E002009E-348C-AD4C-A09B-F4D1D9A6A743}"/>
              </a:ext>
            </a:extLst>
          </p:cNvPr>
          <p:cNvPicPr>
            <a:picLocks noChangeAspect="1"/>
          </p:cNvPicPr>
          <p:nvPr/>
        </p:nvPicPr>
        <p:blipFill>
          <a:blip r:embed="rId2"/>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9BBC14FC-6483-1545-B9A9-6C5F28EB958E}"/>
              </a:ext>
            </a:extLst>
          </p:cNvPr>
          <p:cNvSpPr/>
          <p:nvPr/>
        </p:nvSpPr>
        <p:spPr>
          <a:xfrm>
            <a:off x="8721588" y="1303734"/>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E3350457-C156-FAB0-7286-235E435CC67F}"/>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10E1F9FE-06DB-D745-950C-CCA00021AAD4}"/>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9E5E83C1-7AB1-98F2-40D1-3DEDDBE6B632}"/>
              </a:ext>
            </a:extLst>
          </p:cNvPr>
          <p:cNvSpPr>
            <a:spLocks noGrp="1"/>
          </p:cNvSpPr>
          <p:nvPr>
            <p:ph type="sldNum" sz="quarter" idx="12"/>
          </p:nvPr>
        </p:nvSpPr>
        <p:spPr/>
        <p:txBody>
          <a:bodyPr/>
          <a:lstStyle/>
          <a:p>
            <a:pPr>
              <a:defRPr/>
            </a:pPr>
            <a:fld id="{8D7E295D-E0EB-CE4E-83CD-1E1B911A9649}" type="slidenum">
              <a:rPr lang="en-US" altLang="it-IT" smtClean="0"/>
              <a:pPr>
                <a:defRPr/>
              </a:pPr>
              <a:t>15</a:t>
            </a:fld>
            <a:endParaRPr lang="en-US" altLang="it-IT"/>
          </a:p>
        </p:txBody>
      </p:sp>
    </p:spTree>
    <p:extLst>
      <p:ext uri="{BB962C8B-B14F-4D97-AF65-F5344CB8AC3E}">
        <p14:creationId xmlns:p14="http://schemas.microsoft.com/office/powerpoint/2010/main" val="1650055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7F8785-2388-E845-8BA8-79EBEA2FEC7E}"/>
              </a:ext>
            </a:extLst>
          </p:cNvPr>
          <p:cNvSpPr>
            <a:spLocks noGrp="1"/>
          </p:cNvSpPr>
          <p:nvPr>
            <p:ph type="title"/>
          </p:nvPr>
        </p:nvSpPr>
        <p:spPr/>
        <p:txBody>
          <a:bodyPr/>
          <a:lstStyle/>
          <a:p>
            <a:r>
              <a:rPr lang="en-US" noProof="0" dirty="0"/>
              <a:t>Data Preparation</a:t>
            </a:r>
          </a:p>
        </p:txBody>
      </p:sp>
      <p:sp>
        <p:nvSpPr>
          <p:cNvPr id="3" name="Segnaposto contenuto 2">
            <a:extLst>
              <a:ext uri="{FF2B5EF4-FFF2-40B4-BE49-F238E27FC236}">
                <a16:creationId xmlns:a16="http://schemas.microsoft.com/office/drawing/2014/main" id="{09C5D84A-6439-8C46-9A58-2076309F23C1}"/>
              </a:ext>
            </a:extLst>
          </p:cNvPr>
          <p:cNvSpPr>
            <a:spLocks noGrp="1"/>
          </p:cNvSpPr>
          <p:nvPr>
            <p:ph idx="1"/>
          </p:nvPr>
        </p:nvSpPr>
        <p:spPr/>
        <p:txBody>
          <a:bodyPr>
            <a:normAutofit fontScale="92500" lnSpcReduction="20000"/>
          </a:bodyPr>
          <a:lstStyle/>
          <a:p>
            <a:r>
              <a:rPr lang="en-US" b="1" dirty="0"/>
              <a:t>Construct data</a:t>
            </a:r>
          </a:p>
          <a:p>
            <a:pPr lvl="1"/>
            <a:r>
              <a:rPr lang="en-US" dirty="0"/>
              <a:t>constructive data preparation operations such as the production of derived attributes, entire new records or transformed values for existing attributes</a:t>
            </a:r>
          </a:p>
          <a:p>
            <a:r>
              <a:rPr lang="en-US" b="1" dirty="0"/>
              <a:t>Integrate data</a:t>
            </a:r>
          </a:p>
          <a:p>
            <a:pPr lvl="1"/>
            <a:r>
              <a:rPr lang="en-US" dirty="0"/>
              <a:t>methods whereby information is combined from multiple tables or records to create new records or values</a:t>
            </a:r>
          </a:p>
          <a:p>
            <a:r>
              <a:rPr lang="en-US" b="1" dirty="0"/>
              <a:t>Format data</a:t>
            </a:r>
          </a:p>
          <a:p>
            <a:pPr lvl="1"/>
            <a:r>
              <a:rPr lang="en-US" dirty="0"/>
              <a:t>formatting transformations refer to primarily syntactic modifications made to the data that do not change its meaning, but might be required by the modeling tool</a:t>
            </a:r>
          </a:p>
        </p:txBody>
      </p:sp>
      <p:pic>
        <p:nvPicPr>
          <p:cNvPr id="4" name="Segnaposto contenuto 4">
            <a:extLst>
              <a:ext uri="{FF2B5EF4-FFF2-40B4-BE49-F238E27FC236}">
                <a16:creationId xmlns:a16="http://schemas.microsoft.com/office/drawing/2014/main" id="{6E5B167E-F5C0-664D-89AB-67CF13D18B2B}"/>
              </a:ext>
            </a:extLst>
          </p:cNvPr>
          <p:cNvPicPr>
            <a:picLocks noChangeAspect="1"/>
          </p:cNvPicPr>
          <p:nvPr/>
        </p:nvPicPr>
        <p:blipFill>
          <a:blip r:embed="rId2"/>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CF189B0C-2D8C-6145-A7D4-BE44FB511F56}"/>
              </a:ext>
            </a:extLst>
          </p:cNvPr>
          <p:cNvSpPr/>
          <p:nvPr/>
        </p:nvSpPr>
        <p:spPr>
          <a:xfrm>
            <a:off x="8721588" y="1303734"/>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44318FB7-7164-9DD9-394C-143F30B1A41E}"/>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448D17F4-C803-7DF9-C1A0-C2A3E8C49039}"/>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4AC10B9F-FCA7-713A-F1F2-CE0396F3FA02}"/>
              </a:ext>
            </a:extLst>
          </p:cNvPr>
          <p:cNvSpPr>
            <a:spLocks noGrp="1"/>
          </p:cNvSpPr>
          <p:nvPr>
            <p:ph type="sldNum" sz="quarter" idx="12"/>
          </p:nvPr>
        </p:nvSpPr>
        <p:spPr/>
        <p:txBody>
          <a:bodyPr/>
          <a:lstStyle/>
          <a:p>
            <a:pPr>
              <a:defRPr/>
            </a:pPr>
            <a:fld id="{8D7E295D-E0EB-CE4E-83CD-1E1B911A9649}" type="slidenum">
              <a:rPr lang="en-US" altLang="it-IT" smtClean="0"/>
              <a:pPr>
                <a:defRPr/>
              </a:pPr>
              <a:t>16</a:t>
            </a:fld>
            <a:endParaRPr lang="en-US" altLang="it-IT"/>
          </a:p>
        </p:txBody>
      </p:sp>
    </p:spTree>
    <p:extLst>
      <p:ext uri="{BB962C8B-B14F-4D97-AF65-F5344CB8AC3E}">
        <p14:creationId xmlns:p14="http://schemas.microsoft.com/office/powerpoint/2010/main" val="1429289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B4BC0A-648A-FF4F-A64E-2BAE71870D11}"/>
              </a:ext>
            </a:extLst>
          </p:cNvPr>
          <p:cNvSpPr>
            <a:spLocks noGrp="1"/>
          </p:cNvSpPr>
          <p:nvPr>
            <p:ph type="title"/>
          </p:nvPr>
        </p:nvSpPr>
        <p:spPr/>
        <p:txBody>
          <a:bodyPr/>
          <a:lstStyle/>
          <a:p>
            <a:r>
              <a:rPr lang="en-US" noProof="0" dirty="0"/>
              <a:t>Modeling</a:t>
            </a:r>
          </a:p>
        </p:txBody>
      </p:sp>
      <p:sp>
        <p:nvSpPr>
          <p:cNvPr id="3" name="Segnaposto contenuto 2">
            <a:extLst>
              <a:ext uri="{FF2B5EF4-FFF2-40B4-BE49-F238E27FC236}">
                <a16:creationId xmlns:a16="http://schemas.microsoft.com/office/drawing/2014/main" id="{295C4C2F-7155-A141-8761-9E603F137B56}"/>
              </a:ext>
            </a:extLst>
          </p:cNvPr>
          <p:cNvSpPr>
            <a:spLocks noGrp="1"/>
          </p:cNvSpPr>
          <p:nvPr>
            <p:ph idx="1"/>
          </p:nvPr>
        </p:nvSpPr>
        <p:spPr/>
        <p:txBody>
          <a:bodyPr>
            <a:normAutofit fontScale="92500"/>
          </a:bodyPr>
          <a:lstStyle/>
          <a:p>
            <a:r>
              <a:rPr lang="en-US" b="1" dirty="0"/>
              <a:t>Select the modeling technique</a:t>
            </a:r>
          </a:p>
          <a:p>
            <a:pPr lvl="1"/>
            <a:r>
              <a:rPr lang="en-US" dirty="0"/>
              <a:t>(based upon data mining objectives)</a:t>
            </a:r>
          </a:p>
          <a:p>
            <a:r>
              <a:rPr lang="en-US" b="1" dirty="0"/>
              <a:t>Build model</a:t>
            </a:r>
          </a:p>
          <a:p>
            <a:pPr lvl="1"/>
            <a:r>
              <a:rPr lang="en-US" dirty="0"/>
              <a:t>(Parameter settings)</a:t>
            </a:r>
          </a:p>
          <a:p>
            <a:r>
              <a:rPr lang="en-US" b="1" dirty="0"/>
              <a:t>Assess model </a:t>
            </a:r>
          </a:p>
          <a:p>
            <a:pPr lvl="1"/>
            <a:r>
              <a:rPr lang="en-US" dirty="0"/>
              <a:t>(rank the models)</a:t>
            </a:r>
          </a:p>
          <a:p>
            <a:pPr marL="0" indent="0">
              <a:buNone/>
            </a:pPr>
            <a:r>
              <a:rPr lang="en-US" dirty="0"/>
              <a:t>Various modeling techniques are selected and applied and their parameters are calibrated to optimal values. Some techniques have specific requirements on the form of data. Therefore, </a:t>
            </a:r>
            <a:r>
              <a:rPr lang="en-US" i="1" dirty="0"/>
              <a:t>stepping back to the data preparation phase is often necessary</a:t>
            </a:r>
            <a:r>
              <a:rPr lang="en-US" dirty="0"/>
              <a:t>.</a:t>
            </a:r>
          </a:p>
        </p:txBody>
      </p:sp>
      <p:pic>
        <p:nvPicPr>
          <p:cNvPr id="4" name="Segnaposto contenuto 4">
            <a:extLst>
              <a:ext uri="{FF2B5EF4-FFF2-40B4-BE49-F238E27FC236}">
                <a16:creationId xmlns:a16="http://schemas.microsoft.com/office/drawing/2014/main" id="{2582DD4A-ABB6-3444-84AB-7C133D7A2A67}"/>
              </a:ext>
            </a:extLst>
          </p:cNvPr>
          <p:cNvPicPr>
            <a:picLocks noChangeAspect="1"/>
          </p:cNvPicPr>
          <p:nvPr/>
        </p:nvPicPr>
        <p:blipFill>
          <a:blip r:embed="rId2"/>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7225C509-7656-D641-8F0B-02A464126FD3}"/>
              </a:ext>
            </a:extLst>
          </p:cNvPr>
          <p:cNvSpPr/>
          <p:nvPr/>
        </p:nvSpPr>
        <p:spPr>
          <a:xfrm>
            <a:off x="8721588" y="1552212"/>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537916D4-16AB-E902-C844-D8CDE03C27A5}"/>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2BCDD5C1-C0CC-4FAD-20DF-E505D7B1B3C2}"/>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121154FA-CD5B-DB05-2937-43C1EF6A0D85}"/>
              </a:ext>
            </a:extLst>
          </p:cNvPr>
          <p:cNvSpPr>
            <a:spLocks noGrp="1"/>
          </p:cNvSpPr>
          <p:nvPr>
            <p:ph type="sldNum" sz="quarter" idx="12"/>
          </p:nvPr>
        </p:nvSpPr>
        <p:spPr/>
        <p:txBody>
          <a:bodyPr/>
          <a:lstStyle/>
          <a:p>
            <a:pPr>
              <a:defRPr/>
            </a:pPr>
            <a:fld id="{8D7E295D-E0EB-CE4E-83CD-1E1B911A9649}" type="slidenum">
              <a:rPr lang="en-US" altLang="it-IT" smtClean="0"/>
              <a:pPr>
                <a:defRPr/>
              </a:pPr>
              <a:t>17</a:t>
            </a:fld>
            <a:endParaRPr lang="en-US" altLang="it-IT"/>
          </a:p>
        </p:txBody>
      </p:sp>
    </p:spTree>
    <p:extLst>
      <p:ext uri="{BB962C8B-B14F-4D97-AF65-F5344CB8AC3E}">
        <p14:creationId xmlns:p14="http://schemas.microsoft.com/office/powerpoint/2010/main" val="3806789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9EAB626-153E-A64F-BDE5-A509E69322E1}"/>
              </a:ext>
            </a:extLst>
          </p:cNvPr>
          <p:cNvSpPr>
            <a:spLocks noGrp="1"/>
          </p:cNvSpPr>
          <p:nvPr>
            <p:ph type="title"/>
          </p:nvPr>
        </p:nvSpPr>
        <p:spPr/>
        <p:txBody>
          <a:bodyPr/>
          <a:lstStyle/>
          <a:p>
            <a:r>
              <a:rPr lang="en-US" noProof="0" dirty="0"/>
              <a:t>Modeling</a:t>
            </a:r>
          </a:p>
        </p:txBody>
      </p:sp>
      <p:sp>
        <p:nvSpPr>
          <p:cNvPr id="3" name="Segnaposto contenuto 2">
            <a:extLst>
              <a:ext uri="{FF2B5EF4-FFF2-40B4-BE49-F238E27FC236}">
                <a16:creationId xmlns:a16="http://schemas.microsoft.com/office/drawing/2014/main" id="{BF6A5EB5-A33A-6F4B-87DB-72C89E4128C6}"/>
              </a:ext>
            </a:extLst>
          </p:cNvPr>
          <p:cNvSpPr>
            <a:spLocks noGrp="1"/>
          </p:cNvSpPr>
          <p:nvPr>
            <p:ph idx="1"/>
          </p:nvPr>
        </p:nvSpPr>
        <p:spPr/>
        <p:txBody>
          <a:bodyPr>
            <a:normAutofit fontScale="92500" lnSpcReduction="20000"/>
          </a:bodyPr>
          <a:lstStyle/>
          <a:p>
            <a:r>
              <a:rPr lang="en-US" b="1" dirty="0"/>
              <a:t>Select modeling technique</a:t>
            </a:r>
          </a:p>
          <a:p>
            <a:pPr lvl="1"/>
            <a:r>
              <a:rPr lang="en-US" dirty="0"/>
              <a:t>select the actual modeling technique that is to be used ex) decision tree, neural network</a:t>
            </a:r>
          </a:p>
          <a:p>
            <a:pPr lvl="1"/>
            <a:r>
              <a:rPr lang="en-US" dirty="0"/>
              <a:t>if multiple techniques are applied, perform this task for each technique separately</a:t>
            </a:r>
          </a:p>
          <a:p>
            <a:r>
              <a:rPr lang="en-US" b="1" dirty="0"/>
              <a:t>Generate test design</a:t>
            </a:r>
          </a:p>
          <a:p>
            <a:pPr lvl="1"/>
            <a:r>
              <a:rPr lang="en-US" dirty="0"/>
              <a:t>before actually building a model, generate a procedure or mechanism to test the model’s quality and validity ex) In classification, it is common to use error rates as quality measures for data mining models. Therefore, typically separate the dataset into train and test set, build the model on the train set and estimate its quality on the separate test set</a:t>
            </a:r>
          </a:p>
        </p:txBody>
      </p:sp>
      <p:pic>
        <p:nvPicPr>
          <p:cNvPr id="4" name="Segnaposto contenuto 4">
            <a:extLst>
              <a:ext uri="{FF2B5EF4-FFF2-40B4-BE49-F238E27FC236}">
                <a16:creationId xmlns:a16="http://schemas.microsoft.com/office/drawing/2014/main" id="{FEFCB93F-5D30-D04B-8A64-2D643A4351B0}"/>
              </a:ext>
            </a:extLst>
          </p:cNvPr>
          <p:cNvPicPr>
            <a:picLocks noChangeAspect="1"/>
          </p:cNvPicPr>
          <p:nvPr/>
        </p:nvPicPr>
        <p:blipFill>
          <a:blip r:embed="rId2"/>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9EF6A3B0-118D-A44E-AD74-46345FEB22E7}"/>
              </a:ext>
            </a:extLst>
          </p:cNvPr>
          <p:cNvSpPr/>
          <p:nvPr/>
        </p:nvSpPr>
        <p:spPr>
          <a:xfrm>
            <a:off x="8721588" y="1552212"/>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54FB8E57-AD8A-EA62-E9AC-98B0843FD44D}"/>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B9A0E566-A808-F584-8704-7519AECCBE5B}"/>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67FE8DDC-AC0F-BB65-0C72-051A9673335B}"/>
              </a:ext>
            </a:extLst>
          </p:cNvPr>
          <p:cNvSpPr>
            <a:spLocks noGrp="1"/>
          </p:cNvSpPr>
          <p:nvPr>
            <p:ph type="sldNum" sz="quarter" idx="12"/>
          </p:nvPr>
        </p:nvSpPr>
        <p:spPr/>
        <p:txBody>
          <a:bodyPr/>
          <a:lstStyle/>
          <a:p>
            <a:pPr>
              <a:defRPr/>
            </a:pPr>
            <a:fld id="{8D7E295D-E0EB-CE4E-83CD-1E1B911A9649}" type="slidenum">
              <a:rPr lang="en-US" altLang="it-IT" smtClean="0"/>
              <a:pPr>
                <a:defRPr/>
              </a:pPr>
              <a:t>18</a:t>
            </a:fld>
            <a:endParaRPr lang="en-US" altLang="it-IT"/>
          </a:p>
        </p:txBody>
      </p:sp>
    </p:spTree>
    <p:extLst>
      <p:ext uri="{BB962C8B-B14F-4D97-AF65-F5344CB8AC3E}">
        <p14:creationId xmlns:p14="http://schemas.microsoft.com/office/powerpoint/2010/main" val="153562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EC3ED5B-0B07-F04C-A87C-6B10A67C120D}"/>
              </a:ext>
            </a:extLst>
          </p:cNvPr>
          <p:cNvSpPr>
            <a:spLocks noGrp="1"/>
          </p:cNvSpPr>
          <p:nvPr>
            <p:ph type="title"/>
          </p:nvPr>
        </p:nvSpPr>
        <p:spPr/>
        <p:txBody>
          <a:bodyPr/>
          <a:lstStyle/>
          <a:p>
            <a:r>
              <a:rPr lang="en-US" dirty="0"/>
              <a:t>Modeling</a:t>
            </a:r>
          </a:p>
        </p:txBody>
      </p:sp>
      <p:sp>
        <p:nvSpPr>
          <p:cNvPr id="3" name="Segnaposto contenuto 2">
            <a:extLst>
              <a:ext uri="{FF2B5EF4-FFF2-40B4-BE49-F238E27FC236}">
                <a16:creationId xmlns:a16="http://schemas.microsoft.com/office/drawing/2014/main" id="{F0B04EC0-D8EB-5544-BB17-07E39CA00CA9}"/>
              </a:ext>
            </a:extLst>
          </p:cNvPr>
          <p:cNvSpPr>
            <a:spLocks noGrp="1"/>
          </p:cNvSpPr>
          <p:nvPr>
            <p:ph idx="1"/>
          </p:nvPr>
        </p:nvSpPr>
        <p:spPr/>
        <p:txBody>
          <a:bodyPr>
            <a:normAutofit fontScale="85000" lnSpcReduction="20000"/>
          </a:bodyPr>
          <a:lstStyle/>
          <a:p>
            <a:r>
              <a:rPr lang="en-US" b="1" dirty="0"/>
              <a:t>Build model</a:t>
            </a:r>
          </a:p>
          <a:p>
            <a:pPr lvl="1"/>
            <a:r>
              <a:rPr lang="en-US" dirty="0"/>
              <a:t>run the modeling tool on the prepared dataset to create one or more models</a:t>
            </a:r>
          </a:p>
          <a:p>
            <a:r>
              <a:rPr lang="en-US" b="1" dirty="0"/>
              <a:t>Assess model</a:t>
            </a:r>
          </a:p>
          <a:p>
            <a:pPr lvl="1"/>
            <a:r>
              <a:rPr lang="en-US" dirty="0"/>
              <a:t>interprets the models according to his domain knowledge, the data mining success criteria and the desired test design</a:t>
            </a:r>
          </a:p>
          <a:p>
            <a:pPr lvl="1"/>
            <a:r>
              <a:rPr lang="en-US" dirty="0"/>
              <a:t>judges the success of the application of modeling and discovery techniques more technically</a:t>
            </a:r>
          </a:p>
          <a:p>
            <a:pPr lvl="1"/>
            <a:r>
              <a:rPr lang="en-US" dirty="0"/>
              <a:t>contacts business analysts and domain experts later in order to discuss the data mining results in the business context</a:t>
            </a:r>
          </a:p>
          <a:p>
            <a:pPr lvl="1"/>
            <a:r>
              <a:rPr lang="en-US" dirty="0"/>
              <a:t>only consider models whereas the evaluation phase also takes into account all other results that were produced in the course of the project</a:t>
            </a:r>
          </a:p>
        </p:txBody>
      </p:sp>
      <p:sp>
        <p:nvSpPr>
          <p:cNvPr id="4" name="Segnaposto data 3">
            <a:extLst>
              <a:ext uri="{FF2B5EF4-FFF2-40B4-BE49-F238E27FC236}">
                <a16:creationId xmlns:a16="http://schemas.microsoft.com/office/drawing/2014/main" id="{F56858CC-9987-116E-3868-B0545CD338F0}"/>
              </a:ext>
            </a:extLst>
          </p:cNvPr>
          <p:cNvSpPr>
            <a:spLocks noGrp="1"/>
          </p:cNvSpPr>
          <p:nvPr>
            <p:ph type="dt" sz="half" idx="10"/>
          </p:nvPr>
        </p:nvSpPr>
        <p:spPr/>
        <p:txBody>
          <a:bodyPr/>
          <a:lstStyle/>
          <a:p>
            <a:pPr>
              <a:defRPr/>
            </a:pPr>
            <a:endParaRPr lang="en-US" dirty="0"/>
          </a:p>
        </p:txBody>
      </p:sp>
      <p:sp>
        <p:nvSpPr>
          <p:cNvPr id="5" name="Segnaposto piè di pagina 4">
            <a:extLst>
              <a:ext uri="{FF2B5EF4-FFF2-40B4-BE49-F238E27FC236}">
                <a16:creationId xmlns:a16="http://schemas.microsoft.com/office/drawing/2014/main" id="{DE75E437-4C7E-E540-66B3-D9AA94E62D92}"/>
              </a:ext>
            </a:extLst>
          </p:cNvPr>
          <p:cNvSpPr>
            <a:spLocks noGrp="1"/>
          </p:cNvSpPr>
          <p:nvPr>
            <p:ph type="ftr" sz="quarter" idx="11"/>
          </p:nvPr>
        </p:nvSpPr>
        <p:spPr/>
        <p:txBody>
          <a:bodyPr/>
          <a:lstStyle/>
          <a:p>
            <a:pPr>
              <a:defRPr/>
            </a:pPr>
            <a:r>
              <a:rPr lang="en-US"/>
              <a:t>Introduction to Machine Learning </a:t>
            </a:r>
            <a:endParaRPr lang="en-US" dirty="0"/>
          </a:p>
        </p:txBody>
      </p:sp>
      <p:sp>
        <p:nvSpPr>
          <p:cNvPr id="6" name="Segnaposto numero diapositiva 5">
            <a:extLst>
              <a:ext uri="{FF2B5EF4-FFF2-40B4-BE49-F238E27FC236}">
                <a16:creationId xmlns:a16="http://schemas.microsoft.com/office/drawing/2014/main" id="{4DEBCD69-1710-D8DC-0572-A72F3185128F}"/>
              </a:ext>
            </a:extLst>
          </p:cNvPr>
          <p:cNvSpPr>
            <a:spLocks noGrp="1"/>
          </p:cNvSpPr>
          <p:nvPr>
            <p:ph type="sldNum" sz="quarter" idx="12"/>
          </p:nvPr>
        </p:nvSpPr>
        <p:spPr/>
        <p:txBody>
          <a:bodyPr/>
          <a:lstStyle/>
          <a:p>
            <a:pPr>
              <a:defRPr/>
            </a:pPr>
            <a:fld id="{8D7E295D-E0EB-CE4E-83CD-1E1B911A9649}" type="slidenum">
              <a:rPr lang="en-US" altLang="it-IT" smtClean="0"/>
              <a:pPr>
                <a:defRPr/>
              </a:pPr>
              <a:t>19</a:t>
            </a:fld>
            <a:endParaRPr lang="en-US" altLang="it-IT"/>
          </a:p>
        </p:txBody>
      </p:sp>
    </p:spTree>
    <p:extLst>
      <p:ext uri="{BB962C8B-B14F-4D97-AF65-F5344CB8AC3E}">
        <p14:creationId xmlns:p14="http://schemas.microsoft.com/office/powerpoint/2010/main" val="2097188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36A29D7-FACE-804D-BE20-CFEDA8F97D48}"/>
              </a:ext>
            </a:extLst>
          </p:cNvPr>
          <p:cNvSpPr>
            <a:spLocks noGrp="1"/>
          </p:cNvSpPr>
          <p:nvPr>
            <p:ph type="title"/>
          </p:nvPr>
        </p:nvSpPr>
        <p:spPr/>
        <p:txBody>
          <a:bodyPr/>
          <a:lstStyle/>
          <a:p>
            <a:r>
              <a:rPr lang="en-US" noProof="0" dirty="0"/>
              <a:t>Evaluation</a:t>
            </a:r>
          </a:p>
        </p:txBody>
      </p:sp>
      <p:sp>
        <p:nvSpPr>
          <p:cNvPr id="3" name="Segnaposto contenuto 2">
            <a:extLst>
              <a:ext uri="{FF2B5EF4-FFF2-40B4-BE49-F238E27FC236}">
                <a16:creationId xmlns:a16="http://schemas.microsoft.com/office/drawing/2014/main" id="{C3F31064-C411-B340-A56B-2D7C470A3E43}"/>
              </a:ext>
            </a:extLst>
          </p:cNvPr>
          <p:cNvSpPr>
            <a:spLocks noGrp="1"/>
          </p:cNvSpPr>
          <p:nvPr>
            <p:ph idx="1"/>
          </p:nvPr>
        </p:nvSpPr>
        <p:spPr/>
        <p:txBody>
          <a:bodyPr>
            <a:normAutofit fontScale="92500" lnSpcReduction="20000"/>
          </a:bodyPr>
          <a:lstStyle/>
          <a:p>
            <a:r>
              <a:rPr lang="en-US" b="1" dirty="0"/>
              <a:t>Evaluation of model</a:t>
            </a:r>
          </a:p>
          <a:p>
            <a:pPr lvl="1"/>
            <a:r>
              <a:rPr lang="en-US" dirty="0"/>
              <a:t>how well it performed on test data</a:t>
            </a:r>
          </a:p>
          <a:p>
            <a:r>
              <a:rPr lang="en-US" b="1" dirty="0"/>
              <a:t>Methods and criteria</a:t>
            </a:r>
          </a:p>
          <a:p>
            <a:pPr lvl="1"/>
            <a:r>
              <a:rPr lang="en-US" dirty="0"/>
              <a:t>depend on model type</a:t>
            </a:r>
          </a:p>
          <a:p>
            <a:r>
              <a:rPr lang="en-US" b="1" dirty="0"/>
              <a:t>Interpretation of model</a:t>
            </a:r>
          </a:p>
          <a:p>
            <a:pPr lvl="1"/>
            <a:r>
              <a:rPr lang="en-US" dirty="0"/>
              <a:t>importance and hardness depend on the algorithm</a:t>
            </a:r>
          </a:p>
          <a:p>
            <a:pPr marL="0" indent="0">
              <a:buNone/>
            </a:pPr>
            <a:r>
              <a:rPr lang="en-US" dirty="0"/>
              <a:t>Thoroughly evaluate the model and review the steps executed to construct the model to be certain it properly achieves the business objectives. A key objective is </a:t>
            </a:r>
            <a:r>
              <a:rPr lang="en-US" i="1" dirty="0"/>
              <a:t>to determine if there is some important business issue that has not been sufficiently considered</a:t>
            </a:r>
            <a:r>
              <a:rPr lang="en-US" dirty="0"/>
              <a:t>. At the end of this phase, a decision on the use of the data mining results should be reached</a:t>
            </a:r>
          </a:p>
        </p:txBody>
      </p:sp>
      <p:pic>
        <p:nvPicPr>
          <p:cNvPr id="4" name="Segnaposto contenuto 4">
            <a:extLst>
              <a:ext uri="{FF2B5EF4-FFF2-40B4-BE49-F238E27FC236}">
                <a16:creationId xmlns:a16="http://schemas.microsoft.com/office/drawing/2014/main" id="{4F1022D4-8E1F-8F40-84A4-E1C6324DFF17}"/>
              </a:ext>
            </a:extLst>
          </p:cNvPr>
          <p:cNvPicPr>
            <a:picLocks noChangeAspect="1"/>
          </p:cNvPicPr>
          <p:nvPr/>
        </p:nvPicPr>
        <p:blipFill>
          <a:blip r:embed="rId2"/>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11E2B21C-1138-6B43-98A7-B8CDFC8A9528}"/>
              </a:ext>
            </a:extLst>
          </p:cNvPr>
          <p:cNvSpPr/>
          <p:nvPr/>
        </p:nvSpPr>
        <p:spPr>
          <a:xfrm>
            <a:off x="8324023" y="1800689"/>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DEA5D38C-4AA0-FB15-FAD1-AE98C70AA511}"/>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12EFDFA2-E308-BCC8-FE7A-FA3F5A52689A}"/>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B64DC920-ECC5-9725-BDD9-C1C18FF01BF3}"/>
              </a:ext>
            </a:extLst>
          </p:cNvPr>
          <p:cNvSpPr>
            <a:spLocks noGrp="1"/>
          </p:cNvSpPr>
          <p:nvPr>
            <p:ph type="sldNum" sz="quarter" idx="12"/>
          </p:nvPr>
        </p:nvSpPr>
        <p:spPr/>
        <p:txBody>
          <a:bodyPr/>
          <a:lstStyle/>
          <a:p>
            <a:pPr>
              <a:defRPr/>
            </a:pPr>
            <a:fld id="{8D7E295D-E0EB-CE4E-83CD-1E1B911A9649}" type="slidenum">
              <a:rPr lang="en-US" altLang="it-IT" smtClean="0"/>
              <a:pPr>
                <a:defRPr/>
              </a:pPr>
              <a:t>20</a:t>
            </a:fld>
            <a:endParaRPr lang="en-US" altLang="it-IT"/>
          </a:p>
        </p:txBody>
      </p:sp>
    </p:spTree>
    <p:extLst>
      <p:ext uri="{BB962C8B-B14F-4D97-AF65-F5344CB8AC3E}">
        <p14:creationId xmlns:p14="http://schemas.microsoft.com/office/powerpoint/2010/main" val="3644832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2E107B-8354-5944-BB06-AE4D939B93CF}"/>
              </a:ext>
            </a:extLst>
          </p:cNvPr>
          <p:cNvSpPr>
            <a:spLocks noGrp="1"/>
          </p:cNvSpPr>
          <p:nvPr>
            <p:ph type="title"/>
          </p:nvPr>
        </p:nvSpPr>
        <p:spPr/>
        <p:txBody>
          <a:bodyPr/>
          <a:lstStyle/>
          <a:p>
            <a:r>
              <a:rPr lang="en-US" noProof="0" dirty="0"/>
              <a:t>Evaluation</a:t>
            </a:r>
          </a:p>
        </p:txBody>
      </p:sp>
      <p:sp>
        <p:nvSpPr>
          <p:cNvPr id="3" name="Segnaposto contenuto 2">
            <a:extLst>
              <a:ext uri="{FF2B5EF4-FFF2-40B4-BE49-F238E27FC236}">
                <a16:creationId xmlns:a16="http://schemas.microsoft.com/office/drawing/2014/main" id="{DA196057-98DA-494E-8121-37E4D0A768AD}"/>
              </a:ext>
            </a:extLst>
          </p:cNvPr>
          <p:cNvSpPr>
            <a:spLocks noGrp="1"/>
          </p:cNvSpPr>
          <p:nvPr>
            <p:ph idx="1"/>
          </p:nvPr>
        </p:nvSpPr>
        <p:spPr/>
        <p:txBody>
          <a:bodyPr>
            <a:normAutofit lnSpcReduction="10000"/>
          </a:bodyPr>
          <a:lstStyle/>
          <a:p>
            <a:r>
              <a:rPr lang="en-US" b="1" dirty="0"/>
              <a:t>Evaluate results</a:t>
            </a:r>
          </a:p>
          <a:p>
            <a:pPr lvl="1"/>
            <a:r>
              <a:rPr lang="en-US" dirty="0"/>
              <a:t>assesses the degree to which the model meets the business objectives</a:t>
            </a:r>
          </a:p>
          <a:p>
            <a:pPr lvl="1"/>
            <a:r>
              <a:rPr lang="en-US" dirty="0"/>
              <a:t>seeks to determine if there is some business reason why this model is deficient</a:t>
            </a:r>
          </a:p>
          <a:p>
            <a:pPr lvl="1"/>
            <a:r>
              <a:rPr lang="en-US" dirty="0"/>
              <a:t>test the model(s) on test applications in the real application if time and budget constraints permit</a:t>
            </a:r>
          </a:p>
          <a:p>
            <a:pPr lvl="1"/>
            <a:r>
              <a:rPr lang="en-US" dirty="0"/>
              <a:t>also assesses other data mining results generated</a:t>
            </a:r>
          </a:p>
          <a:p>
            <a:pPr lvl="1"/>
            <a:r>
              <a:rPr lang="en-US" dirty="0"/>
              <a:t>unveil additional challenges, information or hints for future directions</a:t>
            </a:r>
          </a:p>
        </p:txBody>
      </p:sp>
      <p:pic>
        <p:nvPicPr>
          <p:cNvPr id="4" name="Segnaposto contenuto 4">
            <a:extLst>
              <a:ext uri="{FF2B5EF4-FFF2-40B4-BE49-F238E27FC236}">
                <a16:creationId xmlns:a16="http://schemas.microsoft.com/office/drawing/2014/main" id="{0E254397-4F58-1849-9E35-D1B2A158E7B6}"/>
              </a:ext>
            </a:extLst>
          </p:cNvPr>
          <p:cNvPicPr>
            <a:picLocks noChangeAspect="1"/>
          </p:cNvPicPr>
          <p:nvPr/>
        </p:nvPicPr>
        <p:blipFill>
          <a:blip r:embed="rId2"/>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076D3B94-A475-5B4E-B778-31022013D15A}"/>
              </a:ext>
            </a:extLst>
          </p:cNvPr>
          <p:cNvSpPr/>
          <p:nvPr/>
        </p:nvSpPr>
        <p:spPr>
          <a:xfrm>
            <a:off x="8324023" y="1800689"/>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9236FDE6-8E2A-2EBB-4A51-7F482DD7E825}"/>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72CA6C61-36FE-9CBD-E725-3CFF0298FC98}"/>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55D1E8CF-3E08-6A40-7AF6-119C08C2E13A}"/>
              </a:ext>
            </a:extLst>
          </p:cNvPr>
          <p:cNvSpPr>
            <a:spLocks noGrp="1"/>
          </p:cNvSpPr>
          <p:nvPr>
            <p:ph type="sldNum" sz="quarter" idx="12"/>
          </p:nvPr>
        </p:nvSpPr>
        <p:spPr/>
        <p:txBody>
          <a:bodyPr/>
          <a:lstStyle/>
          <a:p>
            <a:pPr>
              <a:defRPr/>
            </a:pPr>
            <a:fld id="{8D7E295D-E0EB-CE4E-83CD-1E1B911A9649}" type="slidenum">
              <a:rPr lang="en-US" altLang="it-IT" smtClean="0"/>
              <a:pPr>
                <a:defRPr/>
              </a:pPr>
              <a:t>21</a:t>
            </a:fld>
            <a:endParaRPr lang="en-US" altLang="it-IT"/>
          </a:p>
        </p:txBody>
      </p:sp>
    </p:spTree>
    <p:extLst>
      <p:ext uri="{BB962C8B-B14F-4D97-AF65-F5344CB8AC3E}">
        <p14:creationId xmlns:p14="http://schemas.microsoft.com/office/powerpoint/2010/main" val="157222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913793F-59AC-524C-89BF-3A9AF9DBCF0C}"/>
              </a:ext>
            </a:extLst>
          </p:cNvPr>
          <p:cNvSpPr>
            <a:spLocks noGrp="1"/>
          </p:cNvSpPr>
          <p:nvPr>
            <p:ph type="title"/>
          </p:nvPr>
        </p:nvSpPr>
        <p:spPr/>
        <p:txBody>
          <a:bodyPr/>
          <a:lstStyle/>
          <a:p>
            <a:r>
              <a:rPr lang="en-US" noProof="0" dirty="0"/>
              <a:t>Evaluation</a:t>
            </a:r>
          </a:p>
        </p:txBody>
      </p:sp>
      <p:sp>
        <p:nvSpPr>
          <p:cNvPr id="3" name="Segnaposto contenuto 2">
            <a:extLst>
              <a:ext uri="{FF2B5EF4-FFF2-40B4-BE49-F238E27FC236}">
                <a16:creationId xmlns:a16="http://schemas.microsoft.com/office/drawing/2014/main" id="{D5A91876-D30D-864E-92B2-04025F6E9C9F}"/>
              </a:ext>
            </a:extLst>
          </p:cNvPr>
          <p:cNvSpPr>
            <a:spLocks noGrp="1"/>
          </p:cNvSpPr>
          <p:nvPr>
            <p:ph idx="1"/>
          </p:nvPr>
        </p:nvSpPr>
        <p:spPr/>
        <p:txBody>
          <a:bodyPr>
            <a:normAutofit fontScale="85000" lnSpcReduction="20000"/>
          </a:bodyPr>
          <a:lstStyle/>
          <a:p>
            <a:r>
              <a:rPr lang="en-US" b="1" dirty="0"/>
              <a:t>Review process</a:t>
            </a:r>
          </a:p>
          <a:p>
            <a:pPr lvl="1"/>
            <a:r>
              <a:rPr lang="en-US" dirty="0"/>
              <a:t>do a more thorough review of the data mining engagement in order to determine if there is any important factor or task that has somehow been overlooked</a:t>
            </a:r>
          </a:p>
          <a:p>
            <a:pPr lvl="1"/>
            <a:r>
              <a:rPr lang="en-US" dirty="0"/>
              <a:t>review the quality assurance issues ex) “Did we correctly build the model?”</a:t>
            </a:r>
          </a:p>
          <a:p>
            <a:r>
              <a:rPr lang="en-US" b="1" dirty="0"/>
              <a:t>Determine next steps</a:t>
            </a:r>
          </a:p>
          <a:p>
            <a:pPr lvl="1"/>
            <a:r>
              <a:rPr lang="en-US" dirty="0"/>
              <a:t>decides how to proceed at this stage</a:t>
            </a:r>
          </a:p>
          <a:p>
            <a:pPr lvl="1"/>
            <a:r>
              <a:rPr lang="en-US" dirty="0"/>
              <a:t>decides whether to finish the project and move on to deployment if appropriate or whether to initiate further iterations or set up new data mining projects</a:t>
            </a:r>
          </a:p>
          <a:p>
            <a:pPr lvl="1"/>
            <a:r>
              <a:rPr lang="en-US" dirty="0"/>
              <a:t>include analyses of remaining resources and budget that influences the decisions</a:t>
            </a:r>
          </a:p>
        </p:txBody>
      </p:sp>
      <p:pic>
        <p:nvPicPr>
          <p:cNvPr id="4" name="Segnaposto contenuto 4">
            <a:extLst>
              <a:ext uri="{FF2B5EF4-FFF2-40B4-BE49-F238E27FC236}">
                <a16:creationId xmlns:a16="http://schemas.microsoft.com/office/drawing/2014/main" id="{BDFC84B6-CB97-EC43-B544-CAE014621690}"/>
              </a:ext>
            </a:extLst>
          </p:cNvPr>
          <p:cNvPicPr>
            <a:picLocks noChangeAspect="1"/>
          </p:cNvPicPr>
          <p:nvPr/>
        </p:nvPicPr>
        <p:blipFill>
          <a:blip r:embed="rId2"/>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265685BC-6A47-5148-B48E-6B8228ADEF72}"/>
              </a:ext>
            </a:extLst>
          </p:cNvPr>
          <p:cNvSpPr/>
          <p:nvPr/>
        </p:nvSpPr>
        <p:spPr>
          <a:xfrm>
            <a:off x="8324023" y="1800689"/>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07DE9AE9-6BFF-E253-7111-562F77B26328}"/>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9DA2A624-7556-BCFE-BC82-99F75969107F}"/>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A7124104-8C88-FABD-71AE-AF8E65AED4EC}"/>
              </a:ext>
            </a:extLst>
          </p:cNvPr>
          <p:cNvSpPr>
            <a:spLocks noGrp="1"/>
          </p:cNvSpPr>
          <p:nvPr>
            <p:ph type="sldNum" sz="quarter" idx="12"/>
          </p:nvPr>
        </p:nvSpPr>
        <p:spPr/>
        <p:txBody>
          <a:bodyPr/>
          <a:lstStyle/>
          <a:p>
            <a:pPr>
              <a:defRPr/>
            </a:pPr>
            <a:fld id="{8D7E295D-E0EB-CE4E-83CD-1E1B911A9649}" type="slidenum">
              <a:rPr lang="en-US" altLang="it-IT" smtClean="0"/>
              <a:pPr>
                <a:defRPr/>
              </a:pPr>
              <a:t>22</a:t>
            </a:fld>
            <a:endParaRPr lang="en-US" altLang="it-IT"/>
          </a:p>
        </p:txBody>
      </p:sp>
    </p:spTree>
    <p:extLst>
      <p:ext uri="{BB962C8B-B14F-4D97-AF65-F5344CB8AC3E}">
        <p14:creationId xmlns:p14="http://schemas.microsoft.com/office/powerpoint/2010/main" val="450378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6C9C9CD-942E-134D-941B-5AD46BB36666}"/>
              </a:ext>
            </a:extLst>
          </p:cNvPr>
          <p:cNvSpPr>
            <a:spLocks noGrp="1"/>
          </p:cNvSpPr>
          <p:nvPr>
            <p:ph type="title"/>
          </p:nvPr>
        </p:nvSpPr>
        <p:spPr/>
        <p:txBody>
          <a:bodyPr/>
          <a:lstStyle/>
          <a:p>
            <a:r>
              <a:rPr lang="en-US" noProof="0" dirty="0"/>
              <a:t>Deployment</a:t>
            </a:r>
          </a:p>
        </p:txBody>
      </p:sp>
      <p:sp>
        <p:nvSpPr>
          <p:cNvPr id="3" name="Segnaposto contenuto 2">
            <a:extLst>
              <a:ext uri="{FF2B5EF4-FFF2-40B4-BE49-F238E27FC236}">
                <a16:creationId xmlns:a16="http://schemas.microsoft.com/office/drawing/2014/main" id="{937C6F1C-642E-C44C-AD9B-673F764CC65F}"/>
              </a:ext>
            </a:extLst>
          </p:cNvPr>
          <p:cNvSpPr>
            <a:spLocks noGrp="1"/>
          </p:cNvSpPr>
          <p:nvPr>
            <p:ph idx="1"/>
          </p:nvPr>
        </p:nvSpPr>
        <p:spPr/>
        <p:txBody>
          <a:bodyPr>
            <a:normAutofit lnSpcReduction="10000"/>
          </a:bodyPr>
          <a:lstStyle/>
          <a:p>
            <a:r>
              <a:rPr lang="en-US" dirty="0"/>
              <a:t>Determine </a:t>
            </a:r>
            <a:r>
              <a:rPr lang="en-US" b="1" dirty="0"/>
              <a:t>how</a:t>
            </a:r>
            <a:r>
              <a:rPr lang="en-US" dirty="0"/>
              <a:t> the results need to be utilized</a:t>
            </a:r>
          </a:p>
          <a:p>
            <a:r>
              <a:rPr lang="en-US" b="1" dirty="0"/>
              <a:t>Who</a:t>
            </a:r>
            <a:r>
              <a:rPr lang="en-US" dirty="0"/>
              <a:t> needs to use them?</a:t>
            </a:r>
          </a:p>
          <a:p>
            <a:r>
              <a:rPr lang="en-US" b="1" dirty="0"/>
              <a:t>How often </a:t>
            </a:r>
            <a:r>
              <a:rPr lang="en-US" dirty="0"/>
              <a:t>do they need to be used</a:t>
            </a:r>
          </a:p>
          <a:p>
            <a:r>
              <a:rPr lang="en-US" dirty="0"/>
              <a:t>Deploy Data Mining results</a:t>
            </a:r>
          </a:p>
          <a:p>
            <a:endParaRPr lang="en-US" dirty="0"/>
          </a:p>
          <a:p>
            <a:pPr marL="0" indent="0">
              <a:buNone/>
            </a:pPr>
            <a:r>
              <a:rPr lang="en-US" dirty="0"/>
              <a:t>The knowledge gained will need to </a:t>
            </a:r>
            <a:r>
              <a:rPr lang="en-US" i="1" dirty="0"/>
              <a:t>be organized and presented in a way that the customer can use it</a:t>
            </a:r>
            <a:r>
              <a:rPr lang="en-US" dirty="0"/>
              <a:t>. However, depending on the requirements, the deployment phase can be as simple as generating a report or as complex as implementing a repeatable data mining process across the enterprise.</a:t>
            </a:r>
          </a:p>
        </p:txBody>
      </p:sp>
      <p:pic>
        <p:nvPicPr>
          <p:cNvPr id="4" name="Segnaposto contenuto 4">
            <a:extLst>
              <a:ext uri="{FF2B5EF4-FFF2-40B4-BE49-F238E27FC236}">
                <a16:creationId xmlns:a16="http://schemas.microsoft.com/office/drawing/2014/main" id="{2867FAA6-6E8D-B24B-BCA3-A3DAB3B04C50}"/>
              </a:ext>
            </a:extLst>
          </p:cNvPr>
          <p:cNvPicPr>
            <a:picLocks noChangeAspect="1"/>
          </p:cNvPicPr>
          <p:nvPr/>
        </p:nvPicPr>
        <p:blipFill>
          <a:blip r:embed="rId2"/>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5F74CF50-81BB-644D-AA24-1F9B63520D7B}"/>
              </a:ext>
            </a:extLst>
          </p:cNvPr>
          <p:cNvSpPr/>
          <p:nvPr/>
        </p:nvSpPr>
        <p:spPr>
          <a:xfrm>
            <a:off x="7916519" y="1423001"/>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940C0DE7-80D4-50F8-0F0D-EFFADCA82BDD}"/>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C895CD56-798B-04DC-4ADD-FAE437825C55}"/>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0774F7FB-2797-01ED-6695-24C9EFFBA7CE}"/>
              </a:ext>
            </a:extLst>
          </p:cNvPr>
          <p:cNvSpPr>
            <a:spLocks noGrp="1"/>
          </p:cNvSpPr>
          <p:nvPr>
            <p:ph type="sldNum" sz="quarter" idx="12"/>
          </p:nvPr>
        </p:nvSpPr>
        <p:spPr/>
        <p:txBody>
          <a:bodyPr/>
          <a:lstStyle/>
          <a:p>
            <a:pPr>
              <a:defRPr/>
            </a:pPr>
            <a:fld id="{8D7E295D-E0EB-CE4E-83CD-1E1B911A9649}" type="slidenum">
              <a:rPr lang="en-US" altLang="it-IT" smtClean="0"/>
              <a:pPr>
                <a:defRPr/>
              </a:pPr>
              <a:t>23</a:t>
            </a:fld>
            <a:endParaRPr lang="en-US" altLang="it-IT"/>
          </a:p>
        </p:txBody>
      </p:sp>
    </p:spTree>
    <p:extLst>
      <p:ext uri="{BB962C8B-B14F-4D97-AF65-F5344CB8AC3E}">
        <p14:creationId xmlns:p14="http://schemas.microsoft.com/office/powerpoint/2010/main" val="631615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BD74AF6-80BA-3D48-9487-63F14C954957}"/>
              </a:ext>
            </a:extLst>
          </p:cNvPr>
          <p:cNvSpPr>
            <a:spLocks noGrp="1"/>
          </p:cNvSpPr>
          <p:nvPr>
            <p:ph type="title"/>
          </p:nvPr>
        </p:nvSpPr>
        <p:spPr/>
        <p:txBody>
          <a:bodyPr/>
          <a:lstStyle/>
          <a:p>
            <a:r>
              <a:rPr lang="en-US" noProof="0" dirty="0"/>
              <a:t>Deployment</a:t>
            </a:r>
          </a:p>
        </p:txBody>
      </p:sp>
      <p:sp>
        <p:nvSpPr>
          <p:cNvPr id="3" name="Segnaposto contenuto 2">
            <a:extLst>
              <a:ext uri="{FF2B5EF4-FFF2-40B4-BE49-F238E27FC236}">
                <a16:creationId xmlns:a16="http://schemas.microsoft.com/office/drawing/2014/main" id="{DFA78D14-7E10-4540-9896-0873CA729197}"/>
              </a:ext>
            </a:extLst>
          </p:cNvPr>
          <p:cNvSpPr>
            <a:spLocks noGrp="1"/>
          </p:cNvSpPr>
          <p:nvPr>
            <p:ph idx="1"/>
          </p:nvPr>
        </p:nvSpPr>
        <p:spPr/>
        <p:txBody>
          <a:bodyPr>
            <a:normAutofit fontScale="92500" lnSpcReduction="10000"/>
          </a:bodyPr>
          <a:lstStyle/>
          <a:p>
            <a:r>
              <a:rPr lang="en-US" b="1" dirty="0"/>
              <a:t>Plan deployment</a:t>
            </a:r>
          </a:p>
          <a:p>
            <a:pPr lvl="1"/>
            <a:r>
              <a:rPr lang="en-US" dirty="0"/>
              <a:t>in order to deploy the data mining result(s) into the business, takes the evaluation results and concludes a strategy for deployment</a:t>
            </a:r>
          </a:p>
          <a:p>
            <a:pPr lvl="1"/>
            <a:r>
              <a:rPr lang="en-US" dirty="0"/>
              <a:t>document the procedure for later deployment</a:t>
            </a:r>
          </a:p>
          <a:p>
            <a:r>
              <a:rPr lang="en-US" b="1" dirty="0"/>
              <a:t>Plan monitoring and maintenance</a:t>
            </a:r>
          </a:p>
          <a:p>
            <a:pPr lvl="1"/>
            <a:r>
              <a:rPr lang="en-US" dirty="0"/>
              <a:t>important if the data mining results become part of the day-to-day business and it environment</a:t>
            </a:r>
          </a:p>
          <a:p>
            <a:pPr lvl="1"/>
            <a:r>
              <a:rPr lang="en-US" dirty="0"/>
              <a:t>helps to avoid unnecessarily long periods of incorrect usage of data mining results</a:t>
            </a:r>
          </a:p>
          <a:p>
            <a:pPr lvl="1"/>
            <a:r>
              <a:rPr lang="en-US" dirty="0"/>
              <a:t>needs a detailed on monitoring process</a:t>
            </a:r>
          </a:p>
          <a:p>
            <a:pPr lvl="1"/>
            <a:r>
              <a:rPr lang="en-US" dirty="0"/>
              <a:t>takes into account the specific type of deployment</a:t>
            </a:r>
          </a:p>
        </p:txBody>
      </p:sp>
      <p:pic>
        <p:nvPicPr>
          <p:cNvPr id="4" name="Segnaposto contenuto 4">
            <a:extLst>
              <a:ext uri="{FF2B5EF4-FFF2-40B4-BE49-F238E27FC236}">
                <a16:creationId xmlns:a16="http://schemas.microsoft.com/office/drawing/2014/main" id="{7CD60E01-B3BE-B346-9291-C0AE6A1003E1}"/>
              </a:ext>
            </a:extLst>
          </p:cNvPr>
          <p:cNvPicPr>
            <a:picLocks noChangeAspect="1"/>
          </p:cNvPicPr>
          <p:nvPr/>
        </p:nvPicPr>
        <p:blipFill>
          <a:blip r:embed="rId3"/>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6398AAB0-70AF-9C48-A63C-4523536C5798}"/>
              </a:ext>
            </a:extLst>
          </p:cNvPr>
          <p:cNvSpPr/>
          <p:nvPr/>
        </p:nvSpPr>
        <p:spPr>
          <a:xfrm>
            <a:off x="7916519" y="1423001"/>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D8AECBD0-29A4-8521-8BF6-0878CA728373}"/>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9FD58598-8590-0022-119B-D922204FABD3}"/>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C8FE08FA-7D59-124B-D767-BDD5D5A783F9}"/>
              </a:ext>
            </a:extLst>
          </p:cNvPr>
          <p:cNvSpPr>
            <a:spLocks noGrp="1"/>
          </p:cNvSpPr>
          <p:nvPr>
            <p:ph type="sldNum" sz="quarter" idx="12"/>
          </p:nvPr>
        </p:nvSpPr>
        <p:spPr/>
        <p:txBody>
          <a:bodyPr/>
          <a:lstStyle/>
          <a:p>
            <a:pPr>
              <a:defRPr/>
            </a:pPr>
            <a:fld id="{8D7E295D-E0EB-CE4E-83CD-1E1B911A9649}" type="slidenum">
              <a:rPr lang="en-US" altLang="it-IT" smtClean="0"/>
              <a:pPr>
                <a:defRPr/>
              </a:pPr>
              <a:t>24</a:t>
            </a:fld>
            <a:endParaRPr lang="en-US" altLang="it-IT"/>
          </a:p>
        </p:txBody>
      </p:sp>
    </p:spTree>
    <p:extLst>
      <p:ext uri="{BB962C8B-B14F-4D97-AF65-F5344CB8AC3E}">
        <p14:creationId xmlns:p14="http://schemas.microsoft.com/office/powerpoint/2010/main" val="3911254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D4459B8-F251-F14A-B059-31FD0E9BCA04}"/>
              </a:ext>
            </a:extLst>
          </p:cNvPr>
          <p:cNvSpPr>
            <a:spLocks noGrp="1"/>
          </p:cNvSpPr>
          <p:nvPr>
            <p:ph type="title"/>
          </p:nvPr>
        </p:nvSpPr>
        <p:spPr/>
        <p:txBody>
          <a:bodyPr/>
          <a:lstStyle/>
          <a:p>
            <a:r>
              <a:rPr lang="en-US" noProof="0" dirty="0"/>
              <a:t>Deployment</a:t>
            </a:r>
          </a:p>
        </p:txBody>
      </p:sp>
      <p:sp>
        <p:nvSpPr>
          <p:cNvPr id="3" name="Segnaposto contenuto 2">
            <a:extLst>
              <a:ext uri="{FF2B5EF4-FFF2-40B4-BE49-F238E27FC236}">
                <a16:creationId xmlns:a16="http://schemas.microsoft.com/office/drawing/2014/main" id="{AA71C0CF-35F7-9140-B51D-B886046C63B5}"/>
              </a:ext>
            </a:extLst>
          </p:cNvPr>
          <p:cNvSpPr>
            <a:spLocks noGrp="1"/>
          </p:cNvSpPr>
          <p:nvPr>
            <p:ph idx="1"/>
          </p:nvPr>
        </p:nvSpPr>
        <p:spPr/>
        <p:txBody>
          <a:bodyPr>
            <a:normAutofit fontScale="92500" lnSpcReduction="10000"/>
          </a:bodyPr>
          <a:lstStyle/>
          <a:p>
            <a:r>
              <a:rPr lang="en-US" b="1" dirty="0"/>
              <a:t>Produce final report</a:t>
            </a:r>
          </a:p>
          <a:p>
            <a:pPr lvl="1"/>
            <a:r>
              <a:rPr lang="en-US" dirty="0"/>
              <a:t>the project leader and his team write up a final report</a:t>
            </a:r>
          </a:p>
          <a:p>
            <a:pPr lvl="1"/>
            <a:r>
              <a:rPr lang="en-US" dirty="0"/>
              <a:t>may be only a summary of the project and its experiences</a:t>
            </a:r>
          </a:p>
          <a:p>
            <a:pPr lvl="1"/>
            <a:r>
              <a:rPr lang="en-US" dirty="0"/>
              <a:t>may be a final and comprehensive presentation of the data mining result(s)</a:t>
            </a:r>
          </a:p>
          <a:p>
            <a:pPr lvl="1"/>
            <a:endParaRPr lang="en-US" dirty="0"/>
          </a:p>
          <a:p>
            <a:r>
              <a:rPr lang="en-US" b="1" dirty="0"/>
              <a:t>Review project</a:t>
            </a:r>
          </a:p>
          <a:p>
            <a:pPr lvl="1"/>
            <a:r>
              <a:rPr lang="en-US" dirty="0"/>
              <a:t>assess what went right and what went wrong, what was done well and what needs to be improved</a:t>
            </a:r>
          </a:p>
        </p:txBody>
      </p:sp>
      <p:pic>
        <p:nvPicPr>
          <p:cNvPr id="4" name="Segnaposto contenuto 4">
            <a:extLst>
              <a:ext uri="{FF2B5EF4-FFF2-40B4-BE49-F238E27FC236}">
                <a16:creationId xmlns:a16="http://schemas.microsoft.com/office/drawing/2014/main" id="{2536D0DD-D3AF-7142-96A8-128DC2B45E5A}"/>
              </a:ext>
            </a:extLst>
          </p:cNvPr>
          <p:cNvPicPr>
            <a:picLocks noChangeAspect="1"/>
          </p:cNvPicPr>
          <p:nvPr/>
        </p:nvPicPr>
        <p:blipFill>
          <a:blip r:embed="rId2"/>
          <a:stretch>
            <a:fillRect/>
          </a:stretch>
        </p:blipFill>
        <p:spPr>
          <a:xfrm>
            <a:off x="7841974" y="857250"/>
            <a:ext cx="1302026" cy="1304959"/>
          </a:xfrm>
          <a:prstGeom prst="rect">
            <a:avLst/>
          </a:prstGeom>
        </p:spPr>
      </p:pic>
      <p:sp>
        <p:nvSpPr>
          <p:cNvPr id="5" name="Rettangolo con angoli arrotondati 4">
            <a:extLst>
              <a:ext uri="{FF2B5EF4-FFF2-40B4-BE49-F238E27FC236}">
                <a16:creationId xmlns:a16="http://schemas.microsoft.com/office/drawing/2014/main" id="{B40A48C6-BC43-6146-817C-A43CA3769F51}"/>
              </a:ext>
            </a:extLst>
          </p:cNvPr>
          <p:cNvSpPr/>
          <p:nvPr/>
        </p:nvSpPr>
        <p:spPr>
          <a:xfrm>
            <a:off x="7916519" y="1423001"/>
            <a:ext cx="323021" cy="159802"/>
          </a:xfrm>
          <a:prstGeom prst="roundRect">
            <a:avLst/>
          </a:prstGeom>
          <a:noFill/>
          <a:ln w="28575">
            <a:solidFill>
              <a:srgbClr val="00FB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050"/>
          </a:p>
        </p:txBody>
      </p:sp>
      <p:sp>
        <p:nvSpPr>
          <p:cNvPr id="6" name="Segnaposto data 5">
            <a:extLst>
              <a:ext uri="{FF2B5EF4-FFF2-40B4-BE49-F238E27FC236}">
                <a16:creationId xmlns:a16="http://schemas.microsoft.com/office/drawing/2014/main" id="{E2DA7F0F-7785-A384-F787-045D3D6851EB}"/>
              </a:ext>
            </a:extLst>
          </p:cNvPr>
          <p:cNvSpPr>
            <a:spLocks noGrp="1"/>
          </p:cNvSpPr>
          <p:nvPr>
            <p:ph type="dt" sz="half" idx="10"/>
          </p:nvPr>
        </p:nvSpPr>
        <p:spPr/>
        <p:txBody>
          <a:bodyPr/>
          <a:lstStyle/>
          <a:p>
            <a:pPr>
              <a:defRPr/>
            </a:pPr>
            <a:endParaRPr lang="en-US" dirty="0"/>
          </a:p>
        </p:txBody>
      </p:sp>
      <p:sp>
        <p:nvSpPr>
          <p:cNvPr id="7" name="Segnaposto piè di pagina 6">
            <a:extLst>
              <a:ext uri="{FF2B5EF4-FFF2-40B4-BE49-F238E27FC236}">
                <a16:creationId xmlns:a16="http://schemas.microsoft.com/office/drawing/2014/main" id="{93584AF7-4520-4C80-994B-1E0BC67F9A79}"/>
              </a:ext>
            </a:extLst>
          </p:cNvPr>
          <p:cNvSpPr>
            <a:spLocks noGrp="1"/>
          </p:cNvSpPr>
          <p:nvPr>
            <p:ph type="ftr" sz="quarter" idx="11"/>
          </p:nvPr>
        </p:nvSpPr>
        <p:spPr/>
        <p:txBody>
          <a:bodyPr/>
          <a:lstStyle/>
          <a:p>
            <a:pPr>
              <a:defRPr/>
            </a:pPr>
            <a:r>
              <a:rPr lang="en-US"/>
              <a:t>Introduction to Machine Learning </a:t>
            </a:r>
            <a:endParaRPr lang="en-US" dirty="0"/>
          </a:p>
        </p:txBody>
      </p:sp>
      <p:sp>
        <p:nvSpPr>
          <p:cNvPr id="8" name="Segnaposto numero diapositiva 7">
            <a:extLst>
              <a:ext uri="{FF2B5EF4-FFF2-40B4-BE49-F238E27FC236}">
                <a16:creationId xmlns:a16="http://schemas.microsoft.com/office/drawing/2014/main" id="{ED2F638E-98C4-FE41-645D-2C9832F80D96}"/>
              </a:ext>
            </a:extLst>
          </p:cNvPr>
          <p:cNvSpPr>
            <a:spLocks noGrp="1"/>
          </p:cNvSpPr>
          <p:nvPr>
            <p:ph type="sldNum" sz="quarter" idx="12"/>
          </p:nvPr>
        </p:nvSpPr>
        <p:spPr/>
        <p:txBody>
          <a:bodyPr/>
          <a:lstStyle/>
          <a:p>
            <a:pPr>
              <a:defRPr/>
            </a:pPr>
            <a:fld id="{8D7E295D-E0EB-CE4E-83CD-1E1B911A9649}" type="slidenum">
              <a:rPr lang="en-US" altLang="it-IT" smtClean="0"/>
              <a:pPr>
                <a:defRPr/>
              </a:pPr>
              <a:t>25</a:t>
            </a:fld>
            <a:endParaRPr lang="en-US" altLang="it-IT"/>
          </a:p>
        </p:txBody>
      </p:sp>
    </p:spTree>
    <p:extLst>
      <p:ext uri="{BB962C8B-B14F-4D97-AF65-F5344CB8AC3E}">
        <p14:creationId xmlns:p14="http://schemas.microsoft.com/office/powerpoint/2010/main" val="978615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370BDE0-D3F6-E045-9818-299835AF884B}"/>
              </a:ext>
            </a:extLst>
          </p:cNvPr>
          <p:cNvSpPr>
            <a:spLocks noGrp="1"/>
          </p:cNvSpPr>
          <p:nvPr>
            <p:ph type="title"/>
          </p:nvPr>
        </p:nvSpPr>
        <p:spPr/>
        <p:txBody>
          <a:bodyPr/>
          <a:lstStyle/>
          <a:p>
            <a:r>
              <a:rPr lang="en-US" noProof="0" dirty="0"/>
              <a:t>Summary</a:t>
            </a:r>
          </a:p>
        </p:txBody>
      </p:sp>
      <p:sp>
        <p:nvSpPr>
          <p:cNvPr id="3" name="Segnaposto contenuto 2">
            <a:extLst>
              <a:ext uri="{FF2B5EF4-FFF2-40B4-BE49-F238E27FC236}">
                <a16:creationId xmlns:a16="http://schemas.microsoft.com/office/drawing/2014/main" id="{1C702BCB-BEC1-014C-8515-7D5073F4DA04}"/>
              </a:ext>
            </a:extLst>
          </p:cNvPr>
          <p:cNvSpPr>
            <a:spLocks noGrp="1"/>
          </p:cNvSpPr>
          <p:nvPr>
            <p:ph idx="1"/>
          </p:nvPr>
        </p:nvSpPr>
        <p:spPr/>
        <p:txBody>
          <a:bodyPr>
            <a:normAutofit/>
          </a:bodyPr>
          <a:lstStyle/>
          <a:p>
            <a:pPr marL="0" indent="0">
              <a:buNone/>
            </a:pPr>
            <a:r>
              <a:rPr lang="en-US" noProof="0" dirty="0"/>
              <a:t>Why CRISP-DM?</a:t>
            </a:r>
          </a:p>
          <a:p>
            <a:r>
              <a:rPr lang="en-US" noProof="0" dirty="0"/>
              <a:t>The data mining process must be reliable and </a:t>
            </a:r>
            <a:r>
              <a:rPr lang="en-US" noProof="0"/>
              <a:t>repeatable by people </a:t>
            </a:r>
            <a:r>
              <a:rPr lang="en-US" noProof="0" dirty="0"/>
              <a:t>with little data mining skills</a:t>
            </a:r>
          </a:p>
          <a:p>
            <a:r>
              <a:rPr lang="en-US" noProof="0" dirty="0"/>
              <a:t>CRISP-DM provides a uniform framework for</a:t>
            </a:r>
          </a:p>
          <a:p>
            <a:pPr lvl="1"/>
            <a:r>
              <a:rPr lang="en-US" noProof="0" dirty="0"/>
              <a:t>guidelines</a:t>
            </a:r>
          </a:p>
          <a:p>
            <a:pPr lvl="1"/>
            <a:r>
              <a:rPr lang="en-US" noProof="0" dirty="0"/>
              <a:t>experience documentation</a:t>
            </a:r>
          </a:p>
          <a:p>
            <a:r>
              <a:rPr lang="en-US" noProof="0" dirty="0"/>
              <a:t>CRISP-DM is flexible to account for differences</a:t>
            </a:r>
          </a:p>
          <a:p>
            <a:pPr lvl="1"/>
            <a:r>
              <a:rPr lang="en-US" noProof="0" dirty="0"/>
              <a:t>Different business/agency problems</a:t>
            </a:r>
          </a:p>
          <a:p>
            <a:pPr lvl="1"/>
            <a:r>
              <a:rPr lang="en-US" noProof="0" dirty="0"/>
              <a:t>Different data</a:t>
            </a:r>
          </a:p>
        </p:txBody>
      </p:sp>
      <p:sp>
        <p:nvSpPr>
          <p:cNvPr id="4" name="Segnaposto data 3">
            <a:extLst>
              <a:ext uri="{FF2B5EF4-FFF2-40B4-BE49-F238E27FC236}">
                <a16:creationId xmlns:a16="http://schemas.microsoft.com/office/drawing/2014/main" id="{A6145A80-B377-AC97-3E89-CF1262D1DFA6}"/>
              </a:ext>
            </a:extLst>
          </p:cNvPr>
          <p:cNvSpPr>
            <a:spLocks noGrp="1"/>
          </p:cNvSpPr>
          <p:nvPr>
            <p:ph type="dt" sz="half" idx="10"/>
          </p:nvPr>
        </p:nvSpPr>
        <p:spPr/>
        <p:txBody>
          <a:bodyPr/>
          <a:lstStyle/>
          <a:p>
            <a:pPr>
              <a:defRPr/>
            </a:pPr>
            <a:endParaRPr lang="en-US" dirty="0"/>
          </a:p>
        </p:txBody>
      </p:sp>
      <p:sp>
        <p:nvSpPr>
          <p:cNvPr id="5" name="Segnaposto piè di pagina 4">
            <a:extLst>
              <a:ext uri="{FF2B5EF4-FFF2-40B4-BE49-F238E27FC236}">
                <a16:creationId xmlns:a16="http://schemas.microsoft.com/office/drawing/2014/main" id="{A42DF41F-32E1-C03E-EC68-094EBCBC7FA7}"/>
              </a:ext>
            </a:extLst>
          </p:cNvPr>
          <p:cNvSpPr>
            <a:spLocks noGrp="1"/>
          </p:cNvSpPr>
          <p:nvPr>
            <p:ph type="ftr" sz="quarter" idx="11"/>
          </p:nvPr>
        </p:nvSpPr>
        <p:spPr/>
        <p:txBody>
          <a:bodyPr/>
          <a:lstStyle/>
          <a:p>
            <a:pPr>
              <a:defRPr/>
            </a:pPr>
            <a:r>
              <a:rPr lang="en-US"/>
              <a:t>Introduction to Machine Learning </a:t>
            </a:r>
            <a:endParaRPr lang="en-US" dirty="0"/>
          </a:p>
        </p:txBody>
      </p:sp>
      <p:sp>
        <p:nvSpPr>
          <p:cNvPr id="6" name="Segnaposto numero diapositiva 5">
            <a:extLst>
              <a:ext uri="{FF2B5EF4-FFF2-40B4-BE49-F238E27FC236}">
                <a16:creationId xmlns:a16="http://schemas.microsoft.com/office/drawing/2014/main" id="{14063D36-9AAF-8561-8F2B-0ADA5C69B538}"/>
              </a:ext>
            </a:extLst>
          </p:cNvPr>
          <p:cNvSpPr>
            <a:spLocks noGrp="1"/>
          </p:cNvSpPr>
          <p:nvPr>
            <p:ph type="sldNum" sz="quarter" idx="12"/>
          </p:nvPr>
        </p:nvSpPr>
        <p:spPr/>
        <p:txBody>
          <a:bodyPr/>
          <a:lstStyle/>
          <a:p>
            <a:pPr>
              <a:defRPr/>
            </a:pPr>
            <a:fld id="{8D7E295D-E0EB-CE4E-83CD-1E1B911A9649}" type="slidenum">
              <a:rPr lang="en-US" altLang="it-IT" smtClean="0"/>
              <a:pPr>
                <a:defRPr/>
              </a:pPr>
              <a:t>26</a:t>
            </a:fld>
            <a:endParaRPr lang="en-US" altLang="it-IT"/>
          </a:p>
        </p:txBody>
      </p:sp>
    </p:spTree>
    <p:extLst>
      <p:ext uri="{BB962C8B-B14F-4D97-AF65-F5344CB8AC3E}">
        <p14:creationId xmlns:p14="http://schemas.microsoft.com/office/powerpoint/2010/main" val="2006619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F2CB277-9D12-7746-8E16-B393C2377844}"/>
              </a:ext>
            </a:extLst>
          </p:cNvPr>
          <p:cNvSpPr>
            <a:spLocks noGrp="1"/>
          </p:cNvSpPr>
          <p:nvPr>
            <p:ph type="title"/>
          </p:nvPr>
        </p:nvSpPr>
        <p:spPr/>
        <p:txBody>
          <a:bodyPr/>
          <a:lstStyle/>
          <a:p>
            <a:r>
              <a:rPr lang="en-US" noProof="0" dirty="0"/>
              <a:t>References</a:t>
            </a:r>
          </a:p>
        </p:txBody>
      </p:sp>
      <p:sp>
        <p:nvSpPr>
          <p:cNvPr id="3" name="Segnaposto contenuto 2">
            <a:extLst>
              <a:ext uri="{FF2B5EF4-FFF2-40B4-BE49-F238E27FC236}">
                <a16:creationId xmlns:a16="http://schemas.microsoft.com/office/drawing/2014/main" id="{8C8E1BBA-3C6E-C348-A73D-A6B78EEDD253}"/>
              </a:ext>
            </a:extLst>
          </p:cNvPr>
          <p:cNvSpPr>
            <a:spLocks noGrp="1"/>
          </p:cNvSpPr>
          <p:nvPr>
            <p:ph idx="1"/>
          </p:nvPr>
        </p:nvSpPr>
        <p:spPr/>
        <p:txBody>
          <a:bodyPr/>
          <a:lstStyle/>
          <a:p>
            <a:r>
              <a:rPr lang="en-US" noProof="0" dirty="0"/>
              <a:t>Pete Chapman (NCR), Julian Clinton (SPSS), Randy Kerber (NCR), Thomas </a:t>
            </a:r>
            <a:r>
              <a:rPr lang="en-US" noProof="0" dirty="0" err="1"/>
              <a:t>Khabaza</a:t>
            </a:r>
            <a:r>
              <a:rPr lang="en-US" noProof="0" dirty="0"/>
              <a:t> (SPSS), Thomas </a:t>
            </a:r>
            <a:r>
              <a:rPr lang="en-US" noProof="0" dirty="0" err="1"/>
              <a:t>Reinartz</a:t>
            </a:r>
            <a:r>
              <a:rPr lang="en-US" noProof="0" dirty="0"/>
              <a:t>, (DaimlerChrysler), Colin Shearer (SPSS) and </a:t>
            </a:r>
            <a:r>
              <a:rPr lang="en-US" noProof="0" dirty="0" err="1"/>
              <a:t>Rüdiger</a:t>
            </a:r>
            <a:r>
              <a:rPr lang="en-US" noProof="0" dirty="0"/>
              <a:t> Wirth (DaimlerChrysler) “CRISP-DM 1.0 -Step-by-step data mining guide”</a:t>
            </a:r>
          </a:p>
          <a:p>
            <a:endParaRPr lang="en-US" noProof="0" dirty="0"/>
          </a:p>
          <a:p>
            <a:r>
              <a:rPr lang="en-US" noProof="0" dirty="0"/>
              <a:t>Websites</a:t>
            </a:r>
          </a:p>
          <a:p>
            <a:pPr lvl="1"/>
            <a:r>
              <a:rPr lang="en-US" noProof="0" dirty="0"/>
              <a:t>http://</a:t>
            </a:r>
            <a:r>
              <a:rPr lang="en-US" noProof="0" dirty="0" err="1"/>
              <a:t>www.crisp-dm.org</a:t>
            </a:r>
            <a:r>
              <a:rPr lang="en-US" noProof="0" dirty="0"/>
              <a:t>/</a:t>
            </a:r>
          </a:p>
          <a:p>
            <a:pPr lvl="1"/>
            <a:r>
              <a:rPr lang="en-US" noProof="0" dirty="0"/>
              <a:t>http://</a:t>
            </a:r>
            <a:r>
              <a:rPr lang="en-US" noProof="0" dirty="0" err="1"/>
              <a:t>www.spss.com</a:t>
            </a:r>
            <a:r>
              <a:rPr lang="en-US" noProof="0" dirty="0"/>
              <a:t>/</a:t>
            </a:r>
          </a:p>
          <a:p>
            <a:pPr lvl="1"/>
            <a:r>
              <a:rPr lang="en-US" noProof="0" dirty="0"/>
              <a:t>http://</a:t>
            </a:r>
            <a:r>
              <a:rPr lang="en-US" noProof="0" dirty="0" err="1"/>
              <a:t>www.kdnuggets.com</a:t>
            </a:r>
            <a:r>
              <a:rPr lang="en-US" noProof="0" dirty="0"/>
              <a:t>/</a:t>
            </a:r>
          </a:p>
        </p:txBody>
      </p:sp>
      <p:sp>
        <p:nvSpPr>
          <p:cNvPr id="4" name="Segnaposto data 3">
            <a:extLst>
              <a:ext uri="{FF2B5EF4-FFF2-40B4-BE49-F238E27FC236}">
                <a16:creationId xmlns:a16="http://schemas.microsoft.com/office/drawing/2014/main" id="{5F29622F-A396-8EEC-A77D-B8F520CC0D7F}"/>
              </a:ext>
            </a:extLst>
          </p:cNvPr>
          <p:cNvSpPr>
            <a:spLocks noGrp="1"/>
          </p:cNvSpPr>
          <p:nvPr>
            <p:ph type="dt" sz="half" idx="10"/>
          </p:nvPr>
        </p:nvSpPr>
        <p:spPr/>
        <p:txBody>
          <a:bodyPr/>
          <a:lstStyle/>
          <a:p>
            <a:pPr>
              <a:defRPr/>
            </a:pPr>
            <a:endParaRPr lang="en-US" dirty="0"/>
          </a:p>
        </p:txBody>
      </p:sp>
      <p:sp>
        <p:nvSpPr>
          <p:cNvPr id="5" name="Segnaposto piè di pagina 4">
            <a:extLst>
              <a:ext uri="{FF2B5EF4-FFF2-40B4-BE49-F238E27FC236}">
                <a16:creationId xmlns:a16="http://schemas.microsoft.com/office/drawing/2014/main" id="{731E9B80-D5D1-A6CF-7153-098E0AB94179}"/>
              </a:ext>
            </a:extLst>
          </p:cNvPr>
          <p:cNvSpPr>
            <a:spLocks noGrp="1"/>
          </p:cNvSpPr>
          <p:nvPr>
            <p:ph type="ftr" sz="quarter" idx="11"/>
          </p:nvPr>
        </p:nvSpPr>
        <p:spPr/>
        <p:txBody>
          <a:bodyPr/>
          <a:lstStyle/>
          <a:p>
            <a:pPr>
              <a:defRPr/>
            </a:pPr>
            <a:r>
              <a:rPr lang="en-US"/>
              <a:t>Introduction to Machine Learning </a:t>
            </a:r>
            <a:endParaRPr lang="en-US" dirty="0"/>
          </a:p>
        </p:txBody>
      </p:sp>
      <p:sp>
        <p:nvSpPr>
          <p:cNvPr id="6" name="Segnaposto numero diapositiva 5">
            <a:extLst>
              <a:ext uri="{FF2B5EF4-FFF2-40B4-BE49-F238E27FC236}">
                <a16:creationId xmlns:a16="http://schemas.microsoft.com/office/drawing/2014/main" id="{9FF04AE8-03BF-A6BA-8877-EFDBCEA45370}"/>
              </a:ext>
            </a:extLst>
          </p:cNvPr>
          <p:cNvSpPr>
            <a:spLocks noGrp="1"/>
          </p:cNvSpPr>
          <p:nvPr>
            <p:ph type="sldNum" sz="quarter" idx="12"/>
          </p:nvPr>
        </p:nvSpPr>
        <p:spPr/>
        <p:txBody>
          <a:bodyPr/>
          <a:lstStyle/>
          <a:p>
            <a:pPr>
              <a:defRPr/>
            </a:pPr>
            <a:fld id="{8D7E295D-E0EB-CE4E-83CD-1E1B911A9649}" type="slidenum">
              <a:rPr lang="en-US" altLang="it-IT" smtClean="0"/>
              <a:pPr>
                <a:defRPr/>
              </a:pPr>
              <a:t>27</a:t>
            </a:fld>
            <a:endParaRPr lang="en-US" altLang="it-IT"/>
          </a:p>
        </p:txBody>
      </p:sp>
    </p:spTree>
    <p:extLst>
      <p:ext uri="{BB962C8B-B14F-4D97-AF65-F5344CB8AC3E}">
        <p14:creationId xmlns:p14="http://schemas.microsoft.com/office/powerpoint/2010/main" val="4038617130"/>
      </p:ext>
    </p:extLst>
  </p:cSld>
  <p:clrMapOvr>
    <a:masterClrMapping/>
  </p:clrMapOvr>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BB2F56ABDEDC3044B30E8C8676A91964" ma:contentTypeVersion="0" ma:contentTypeDescription="Creare un nuovo documento." ma:contentTypeScope="" ma:versionID="689d7c6ad4a2773013545b4558ab2d99">
  <xsd:schema xmlns:xsd="http://www.w3.org/2001/XMLSchema" xmlns:xs="http://www.w3.org/2001/XMLSchema" xmlns:p="http://schemas.microsoft.com/office/2006/metadata/properties" targetNamespace="http://schemas.microsoft.com/office/2006/metadata/properties" ma:root="true" ma:fieldsID="b4353eee5fe7ae2043b0d0bd8d80189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02D86A6-D21B-4AD6-A713-7EACE20A0B0A}"/>
</file>

<file path=customXml/itemProps2.xml><?xml version="1.0" encoding="utf-8"?>
<ds:datastoreItem xmlns:ds="http://schemas.openxmlformats.org/officeDocument/2006/customXml" ds:itemID="{DD63AF20-22A5-4E4E-99C1-DCF3ADD2F2AB}"/>
</file>

<file path=customXml/itemProps3.xml><?xml version="1.0" encoding="utf-8"?>
<ds:datastoreItem xmlns:ds="http://schemas.openxmlformats.org/officeDocument/2006/customXml" ds:itemID="{50A5B279-5C7D-4F52-AB93-7BFEBF2D4B89}"/>
</file>

<file path=docProps/app.xml><?xml version="1.0" encoding="utf-8"?>
<Properties xmlns="http://schemas.openxmlformats.org/officeDocument/2006/extended-properties" xmlns:vt="http://schemas.openxmlformats.org/officeDocument/2006/docPropsVTypes">
  <Template>Porky:Words:ASCI:PSE:Budgets FY97:LC.BRev.FY97</Template>
  <TotalTime>6418</TotalTime>
  <Pages>3</Pages>
  <Words>1886</Words>
  <Application>Microsoft Macintosh PowerPoint</Application>
  <PresentationFormat>Presentazione su schermo (4:3)</PresentationFormat>
  <Paragraphs>250</Paragraphs>
  <Slides>27</Slides>
  <Notes>6</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27</vt:i4>
      </vt:variant>
    </vt:vector>
  </HeadingPairs>
  <TitlesOfParts>
    <vt:vector size="34" baseType="lpstr">
      <vt:lpstr>ＭＳ Ｐゴシック</vt:lpstr>
      <vt:lpstr>Arial</vt:lpstr>
      <vt:lpstr>Monotype Sorts</vt:lpstr>
      <vt:lpstr>Tahoma</vt:lpstr>
      <vt:lpstr>Times New Roman</vt:lpstr>
      <vt:lpstr>Wingdings</vt:lpstr>
      <vt:lpstr>LC.BRev.FY97</vt:lpstr>
      <vt:lpstr>Introduction to MACHINE LEARNING 2023-204 </vt:lpstr>
      <vt:lpstr>CRoss-Industry Standard  Process for Data Mining</vt:lpstr>
      <vt:lpstr>Why Should There be a Standard Process?</vt:lpstr>
      <vt:lpstr>CRISP-DM</vt:lpstr>
      <vt:lpstr>CRISP Model - Overview</vt:lpstr>
      <vt:lpstr>Phases</vt:lpstr>
      <vt:lpstr>Phases</vt:lpstr>
      <vt:lpstr>Phases and Tasks</vt:lpstr>
      <vt:lpstr>Business Understanding</vt:lpstr>
      <vt:lpstr>Business Understanding</vt:lpstr>
      <vt:lpstr>Data Understanding</vt:lpstr>
      <vt:lpstr>Data Understanding</vt:lpstr>
      <vt:lpstr>Data Understanding</vt:lpstr>
      <vt:lpstr>Data Preparation</vt:lpstr>
      <vt:lpstr>Data Preparation</vt:lpstr>
      <vt:lpstr>Data Preparation</vt:lpstr>
      <vt:lpstr>Modeling</vt:lpstr>
      <vt:lpstr>Modeling</vt:lpstr>
      <vt:lpstr>Modeling</vt:lpstr>
      <vt:lpstr>Evaluation</vt:lpstr>
      <vt:lpstr>Evaluation</vt:lpstr>
      <vt:lpstr>Evaluation</vt:lpstr>
      <vt:lpstr>Deployment</vt:lpstr>
      <vt:lpstr>Deployment</vt:lpstr>
      <vt:lpstr>Deployment</vt:lpstr>
      <vt:lpstr>Summary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 Introduction</dc:title>
  <dc:subject/>
  <dc:creator>anujkarpatne@gmail.com</dc:creator>
  <cp:keywords/>
  <dc:description/>
  <cp:lastModifiedBy>FG-ITALY</cp:lastModifiedBy>
  <cp:revision>26</cp:revision>
  <cp:lastPrinted>2001-08-28T17:59:37Z</cp:lastPrinted>
  <dcterms:created xsi:type="dcterms:W3CDTF">2018-02-14T20:49:20Z</dcterms:created>
  <dcterms:modified xsi:type="dcterms:W3CDTF">2026-03-02T12:44:22Z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0x010100BB2F56ABDEDC3044B30E8C8676A91964</vt:lpwstr>
  </property>
</Properties>
</file>